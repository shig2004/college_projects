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305" r:id="rId5"/>
    <p:sldId id="326" r:id="rId6"/>
    <p:sldId id="310" r:id="rId7"/>
    <p:sldId id="327" r:id="rId8"/>
    <p:sldId id="331" r:id="rId9"/>
    <p:sldId id="321" r:id="rId10"/>
    <p:sldId id="322" r:id="rId11"/>
    <p:sldId id="332" r:id="rId12"/>
    <p:sldId id="323" r:id="rId13"/>
    <p:sldId id="324" r:id="rId14"/>
    <p:sldId id="333" r:id="rId15"/>
    <p:sldId id="334" r:id="rId16"/>
    <p:sldId id="31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12CBE3-A5E7-146C-A216-439129DD21FA}" v="953" dt="2026-04-07T05:17:04.868"/>
    <p1510:client id="{31755E3B-6908-6668-DFD8-DE9526BCF36C}" v="8" dt="2026-04-08T18:13:35.951"/>
  </p1510:revLst>
</p1510:revInfo>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77"/>
    <p:restoredTop sz="94682"/>
  </p:normalViewPr>
  <p:slideViewPr>
    <p:cSldViewPr snapToGrid="0">
      <p:cViewPr>
        <p:scale>
          <a:sx n="100" d="100"/>
          <a:sy n="100" d="100"/>
        </p:scale>
        <p:origin x="-312" y="-768"/>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6_1" csCatId="accent6" phldr="1"/>
      <dgm:spPr/>
      <dgm:t>
        <a:bodyPr/>
        <a:lstStyle/>
        <a:p>
          <a:endParaRPr lang="en-US"/>
        </a:p>
      </dgm:t>
    </dgm:pt>
    <dgm:pt modelId="{A8C03FBB-4A75-4460-AEA6-DEAEB9C61496}">
      <dgm:prSet phldrT="[Text]" phldr="0" custT="1"/>
      <dgm:spPr/>
      <dgm:t>
        <a:bodyPr/>
        <a:lstStyle/>
        <a:p>
          <a:pPr>
            <a:defRPr b="1"/>
          </a:pPr>
          <a:r>
            <a:rPr lang="en-US" sz="2000" b="1" i="0" dirty="0">
              <a:latin typeface="+mn-lt"/>
            </a:rPr>
            <a:t>Tier 0</a:t>
          </a:r>
        </a:p>
      </dgm:t>
    </dgm:pt>
    <dgm:pt modelId="{4E972F7F-4B1B-47AA-A25B-1FFC561F1C76}" type="parTrans" cxnId="{D3D81948-D963-4D1E-AE16-9705EAF510FC}">
      <dgm:prSet/>
      <dgm:spPr/>
      <dgm:t>
        <a:bodyPr/>
        <a:lstStyle/>
        <a:p>
          <a:endParaRPr lang="en-US" sz="2000" b="0" i="0">
            <a:latin typeface="+mn-lt"/>
          </a:endParaRPr>
        </a:p>
      </dgm:t>
    </dgm:pt>
    <dgm:pt modelId="{67361508-930A-4A23-8CFC-BB56DA645C3C}" type="sibTrans" cxnId="{D3D81948-D963-4D1E-AE16-9705EAF510FC}">
      <dgm:prSet/>
      <dgm:spPr/>
      <dgm:t>
        <a:bodyPr/>
        <a:lstStyle/>
        <a:p>
          <a:endParaRPr lang="en-US" sz="2000" b="0" i="0">
            <a:latin typeface="+mn-lt"/>
          </a:endParaRPr>
        </a:p>
      </dgm:t>
    </dgm:pt>
    <dgm:pt modelId="{5E71F362-34DF-4EEC-92A3-0EFE450E05E4}">
      <dgm:prSet phldrT="[Text]" phldr="0" custT="1"/>
      <dgm:spPr/>
      <dgm:t>
        <a:bodyPr/>
        <a:lstStyle/>
        <a:p>
          <a:r>
            <a:rPr lang="en-US" sz="1800" b="0" i="0" dirty="0">
              <a:latin typeface="+mn-lt"/>
            </a:rPr>
            <a:t>0-4 hours</a:t>
          </a:r>
        </a:p>
      </dgm:t>
    </dgm:pt>
    <dgm:pt modelId="{8E5EE4D1-908E-455C-B8B3-281AD42DEC9A}" type="parTrans" cxnId="{B99CA6C9-28D1-4DDB-B8EC-AED73AD115CA}">
      <dgm:prSet/>
      <dgm:spPr/>
      <dgm:t>
        <a:bodyPr/>
        <a:lstStyle/>
        <a:p>
          <a:endParaRPr lang="en-US" sz="2000" b="0" i="0">
            <a:latin typeface="+mn-lt"/>
          </a:endParaRPr>
        </a:p>
      </dgm:t>
    </dgm:pt>
    <dgm:pt modelId="{B208B24A-E9FD-40A9-B764-FB7C2B7ED8B9}" type="sibTrans" cxnId="{B99CA6C9-28D1-4DDB-B8EC-AED73AD115CA}">
      <dgm:prSet/>
      <dgm:spPr/>
      <dgm:t>
        <a:bodyPr/>
        <a:lstStyle/>
        <a:p>
          <a:endParaRPr lang="en-US" sz="2000" b="0" i="0">
            <a:latin typeface="+mn-lt"/>
          </a:endParaRPr>
        </a:p>
      </dgm:t>
    </dgm:pt>
    <dgm:pt modelId="{91969DED-4CB8-4A14-A50B-3F7B848E46B5}">
      <dgm:prSet phldrT="[Text]" phldr="0" custT="1"/>
      <dgm:spPr/>
      <dgm:t>
        <a:bodyPr/>
        <a:lstStyle/>
        <a:p>
          <a:pPr>
            <a:defRPr b="1"/>
          </a:pPr>
          <a:r>
            <a:rPr lang="en-US" sz="2000" b="1" i="0" dirty="0">
              <a:latin typeface="+mn-lt"/>
            </a:rPr>
            <a:t>Tier 1</a:t>
          </a:r>
        </a:p>
      </dgm:t>
    </dgm:pt>
    <dgm:pt modelId="{441CD73D-85E1-42A6-BCF8-362A3247E2F3}" type="parTrans" cxnId="{537F2ED0-8BD0-4AD5-B60D-89B660EDA1AC}">
      <dgm:prSet/>
      <dgm:spPr/>
      <dgm:t>
        <a:bodyPr/>
        <a:lstStyle/>
        <a:p>
          <a:endParaRPr lang="en-US" sz="2000" b="0" i="0">
            <a:latin typeface="+mn-lt"/>
          </a:endParaRPr>
        </a:p>
      </dgm:t>
    </dgm:pt>
    <dgm:pt modelId="{81CA8AA2-C0C3-4381-BA8B-413EDD578B83}" type="sibTrans" cxnId="{537F2ED0-8BD0-4AD5-B60D-89B660EDA1AC}">
      <dgm:prSet/>
      <dgm:spPr/>
      <dgm:t>
        <a:bodyPr/>
        <a:lstStyle/>
        <a:p>
          <a:endParaRPr lang="en-US" sz="2000" b="0" i="0">
            <a:latin typeface="+mn-lt"/>
          </a:endParaRPr>
        </a:p>
      </dgm:t>
    </dgm:pt>
    <dgm:pt modelId="{8A04F340-E8E1-4146-9905-E7ADCAEAABD7}">
      <dgm:prSet phldrT="[Text]" phldr="0" custT="1"/>
      <dgm:spPr/>
      <dgm:t>
        <a:bodyPr/>
        <a:lstStyle/>
        <a:p>
          <a:r>
            <a:rPr lang="en-US" sz="1800" b="0" i="0" dirty="0">
              <a:latin typeface="+mn-lt"/>
            </a:rPr>
            <a:t>0-4 hours</a:t>
          </a:r>
        </a:p>
      </dgm:t>
    </dgm:pt>
    <dgm:pt modelId="{4EBD5EC2-45ED-4ED6-8376-97D155A911AE}" type="parTrans" cxnId="{E636BFFB-0404-4D4B-B3F0-C64FDFD9DDEF}">
      <dgm:prSet/>
      <dgm:spPr/>
      <dgm:t>
        <a:bodyPr/>
        <a:lstStyle/>
        <a:p>
          <a:endParaRPr lang="en-US" sz="2000" b="0" i="0">
            <a:latin typeface="+mn-lt"/>
          </a:endParaRPr>
        </a:p>
      </dgm:t>
    </dgm:pt>
    <dgm:pt modelId="{F9CD2A04-6A34-4104-A971-391788B88F55}" type="sibTrans" cxnId="{E636BFFB-0404-4D4B-B3F0-C64FDFD9DDEF}">
      <dgm:prSet/>
      <dgm:spPr/>
      <dgm:t>
        <a:bodyPr/>
        <a:lstStyle/>
        <a:p>
          <a:endParaRPr lang="en-US" sz="2000" b="0" i="0">
            <a:latin typeface="+mn-lt"/>
          </a:endParaRPr>
        </a:p>
      </dgm:t>
    </dgm:pt>
    <dgm:pt modelId="{3CC73758-10C1-47F8-AFA7-1A986D4DDD60}">
      <dgm:prSet phldrT="[Text]" phldr="0" custT="1"/>
      <dgm:spPr/>
      <dgm:t>
        <a:bodyPr/>
        <a:lstStyle/>
        <a:p>
          <a:pPr>
            <a:defRPr b="1"/>
          </a:pPr>
          <a:r>
            <a:rPr lang="en-US" sz="2000" b="1" i="0" dirty="0">
              <a:latin typeface="+mn-lt"/>
            </a:rPr>
            <a:t>Tier 2</a:t>
          </a:r>
        </a:p>
      </dgm:t>
    </dgm:pt>
    <dgm:pt modelId="{FF6AE4B6-4A2F-49EE-9316-9AF55E77838B}" type="parTrans" cxnId="{4A69F85D-5C15-48FD-893A-B3050E1BADEB}">
      <dgm:prSet/>
      <dgm:spPr/>
      <dgm:t>
        <a:bodyPr/>
        <a:lstStyle/>
        <a:p>
          <a:endParaRPr lang="en-US" sz="2000" b="0" i="0">
            <a:latin typeface="+mn-lt"/>
          </a:endParaRPr>
        </a:p>
      </dgm:t>
    </dgm:pt>
    <dgm:pt modelId="{D8170BBA-6035-4773-8431-FEDD687647FF}" type="sibTrans" cxnId="{4A69F85D-5C15-48FD-893A-B3050E1BADEB}">
      <dgm:prSet/>
      <dgm:spPr/>
      <dgm:t>
        <a:bodyPr/>
        <a:lstStyle/>
        <a:p>
          <a:endParaRPr lang="en-US" sz="2000" b="0" i="0">
            <a:latin typeface="+mn-lt"/>
          </a:endParaRPr>
        </a:p>
      </dgm:t>
    </dgm:pt>
    <dgm:pt modelId="{FD9CA14A-483C-4869-B0C1-7C5FB7EEDBCC}">
      <dgm:prSet phldrT="[Text]" phldr="0" custT="1"/>
      <dgm:spPr/>
      <dgm:t>
        <a:bodyPr/>
        <a:lstStyle/>
        <a:p>
          <a:pPr rtl="0"/>
          <a:r>
            <a:rPr lang="en-US" sz="1800" b="0" i="0" dirty="0">
              <a:latin typeface="Aptos"/>
            </a:rPr>
            <a:t>4-12 hours</a:t>
          </a:r>
          <a:endParaRPr lang="en-US" sz="1800" b="0" i="0" dirty="0"/>
        </a:p>
      </dgm:t>
    </dgm:pt>
    <dgm:pt modelId="{8182A92F-45BA-4CD1-8E43-0B0810A50FEB}" type="parTrans" cxnId="{5EDA943F-300F-408A-A52E-3D5140FD5C22}">
      <dgm:prSet/>
      <dgm:spPr/>
      <dgm:t>
        <a:bodyPr/>
        <a:lstStyle/>
        <a:p>
          <a:endParaRPr lang="en-US" sz="2000" b="0" i="0">
            <a:latin typeface="+mn-lt"/>
          </a:endParaRPr>
        </a:p>
      </dgm:t>
    </dgm:pt>
    <dgm:pt modelId="{914BB93C-EA8A-4B5B-8F06-30DA7C7F4B7B}" type="sibTrans" cxnId="{5EDA943F-300F-408A-A52E-3D5140FD5C22}">
      <dgm:prSet/>
      <dgm:spPr/>
      <dgm:t>
        <a:bodyPr/>
        <a:lstStyle/>
        <a:p>
          <a:endParaRPr lang="en-US" sz="2000" b="0" i="0">
            <a:latin typeface="+mn-lt"/>
          </a:endParaRPr>
        </a:p>
      </dgm:t>
    </dgm:pt>
    <dgm:pt modelId="{D2FE027B-4161-41E1-B4D4-02AECB2E3FA0}">
      <dgm:prSet phldrT="[Text]" phldr="0" custT="1"/>
      <dgm:spPr/>
      <dgm:t>
        <a:bodyPr/>
        <a:lstStyle/>
        <a:p>
          <a:pPr>
            <a:defRPr b="1"/>
          </a:pPr>
          <a:r>
            <a:rPr lang="en-US" sz="2000" b="1" i="0" dirty="0">
              <a:latin typeface="+mn-lt"/>
            </a:rPr>
            <a:t>Tier 3</a:t>
          </a:r>
        </a:p>
      </dgm:t>
    </dgm:pt>
    <dgm:pt modelId="{88680CFE-3CE0-4842-B3D3-716D3B671238}" type="parTrans" cxnId="{4F4F82A2-02F1-492B-96C1-46C070BEFCE3}">
      <dgm:prSet/>
      <dgm:spPr/>
      <dgm:t>
        <a:bodyPr/>
        <a:lstStyle/>
        <a:p>
          <a:endParaRPr lang="en-US" sz="2000" b="0" i="0">
            <a:latin typeface="+mn-lt"/>
          </a:endParaRPr>
        </a:p>
      </dgm:t>
    </dgm:pt>
    <dgm:pt modelId="{4D59E06B-629C-40B5-96D3-423B7A56C945}" type="sibTrans" cxnId="{4F4F82A2-02F1-492B-96C1-46C070BEFCE3}">
      <dgm:prSet/>
      <dgm:spPr/>
      <dgm:t>
        <a:bodyPr/>
        <a:lstStyle/>
        <a:p>
          <a:endParaRPr lang="en-US" sz="2000" b="0" i="0">
            <a:latin typeface="+mn-lt"/>
          </a:endParaRPr>
        </a:p>
      </dgm:t>
    </dgm:pt>
    <dgm:pt modelId="{2BE415B7-7185-4956-8487-237B40BC0EE5}">
      <dgm:prSet phldrT="[Text]" phldr="0" custT="1"/>
      <dgm:spPr/>
      <dgm:t>
        <a:bodyPr/>
        <a:lstStyle/>
        <a:p>
          <a:pPr>
            <a:defRPr b="1"/>
          </a:pPr>
          <a:r>
            <a:rPr lang="en-US" sz="2200" b="0" i="0" dirty="0">
              <a:latin typeface="Aptos"/>
            </a:rPr>
            <a:t>Tier 4</a:t>
          </a:r>
        </a:p>
      </dgm:t>
    </dgm:pt>
    <dgm:pt modelId="{A38E847E-0D1D-4F40-9A71-4D5999ADE08B}" type="parTrans" cxnId="{CB32A309-9CA9-4554-941D-519A91A9E733}">
      <dgm:prSet/>
      <dgm:spPr/>
      <dgm:t>
        <a:bodyPr/>
        <a:lstStyle/>
        <a:p>
          <a:endParaRPr lang="en-US" sz="2000" b="0" i="0">
            <a:latin typeface="+mn-lt"/>
          </a:endParaRPr>
        </a:p>
      </dgm:t>
    </dgm:pt>
    <dgm:pt modelId="{F0D1C61C-E3F2-49BA-A2D8-C04A81308E5D}" type="sibTrans" cxnId="{CB32A309-9CA9-4554-941D-519A91A9E733}">
      <dgm:prSet/>
      <dgm:spPr/>
      <dgm:t>
        <a:bodyPr/>
        <a:lstStyle/>
        <a:p>
          <a:endParaRPr lang="en-US" sz="2000" b="0" i="0">
            <a:latin typeface="+mn-lt"/>
          </a:endParaRPr>
        </a:p>
      </dgm:t>
    </dgm:pt>
    <dgm:pt modelId="{E00EF12A-74D8-4E4B-A78E-CF0D72B5FACD}">
      <dgm:prSet phldr="0"/>
      <dgm:spPr/>
      <dgm:t>
        <a:bodyPr/>
        <a:lstStyle/>
        <a:p>
          <a:pPr rtl="0"/>
          <a:r>
            <a:rPr lang="en-US" sz="1800" b="0" i="0" dirty="0">
              <a:latin typeface="Aptos"/>
            </a:rPr>
            <a:t>12-24 hours</a:t>
          </a:r>
          <a:endParaRPr lang="en-US" sz="1800" b="0" i="0" dirty="0"/>
        </a:p>
      </dgm:t>
    </dgm:pt>
    <dgm:pt modelId="{3D692BD3-975A-4197-A249-634CA786619B}" type="parTrans" cxnId="{BB6E022E-B99C-430D-94F4-34BCEC87AD3E}">
      <dgm:prSet/>
      <dgm:spPr/>
    </dgm:pt>
    <dgm:pt modelId="{CA9EE4FC-1576-4B20-976B-9FE097F72D52}" type="sibTrans" cxnId="{BB6E022E-B99C-430D-94F4-34BCEC87AD3E}">
      <dgm:prSet/>
      <dgm:spPr/>
    </dgm:pt>
    <dgm:pt modelId="{B795BED7-CDF1-437A-B1B4-00CE9444C916}">
      <dgm:prSet phldr="0"/>
      <dgm:spPr/>
      <dgm:t>
        <a:bodyPr/>
        <a:lstStyle/>
        <a:p>
          <a:pPr rtl="0"/>
          <a:r>
            <a:rPr lang="en-US" sz="1800" b="0" dirty="0">
              <a:latin typeface="Aptos"/>
            </a:rPr>
            <a:t>24-48 hours</a:t>
          </a:r>
          <a:endParaRPr lang="en-US" sz="1800" b="0" dirty="0"/>
        </a:p>
      </dgm:t>
    </dgm:pt>
    <dgm:pt modelId="{1570594B-715D-42AA-BB24-5962A478F8D9}" type="parTrans" cxnId="{0FE22EAF-488C-40B6-B4D2-10D90CAAE478}">
      <dgm:prSet/>
      <dgm:spPr/>
    </dgm:pt>
    <dgm:pt modelId="{465862A7-05F5-48B1-A0C1-C43556DBEAD0}" type="sibTrans" cxnId="{0FE22EAF-488C-40B6-B4D2-10D90CAAE478}">
      <dgm:prSet/>
      <dgm:spPr/>
    </dgm:pt>
    <dgm:pt modelId="{BF49205E-DF4B-4DEA-B1C0-313A79730562}">
      <dgm:prSet phldr="0"/>
      <dgm:spPr/>
      <dgm:t>
        <a:bodyPr/>
        <a:lstStyle/>
        <a:p>
          <a:pPr>
            <a:defRPr b="1"/>
          </a:pPr>
          <a:r>
            <a:rPr lang="en-US" sz="2200" b="0" dirty="0">
              <a:latin typeface="Aptos"/>
            </a:rPr>
            <a:t>Tier 5</a:t>
          </a:r>
        </a:p>
      </dgm:t>
    </dgm:pt>
    <dgm:pt modelId="{D7B180A5-CB4C-420B-AB47-2E04635D40AF}" type="parTrans" cxnId="{E7E087C2-8626-47C4-A440-94FEFC1CFB08}">
      <dgm:prSet/>
      <dgm:spPr/>
    </dgm:pt>
    <dgm:pt modelId="{9BF847E0-CA4C-4FA5-98D3-0170E2570229}" type="sibTrans" cxnId="{E7E087C2-8626-47C4-A440-94FEFC1CFB08}">
      <dgm:prSet/>
      <dgm:spPr/>
    </dgm:pt>
    <dgm:pt modelId="{21FDE48E-BE2D-4CDA-B12B-1E7D885EF432}">
      <dgm:prSet phldr="0"/>
      <dgm:spPr/>
      <dgm:t>
        <a:bodyPr/>
        <a:lstStyle/>
        <a:p>
          <a:pPr rtl="0"/>
          <a:r>
            <a:rPr lang="en-US" sz="1800" b="0" dirty="0"/>
            <a:t>48+ </a:t>
          </a:r>
          <a:r>
            <a:rPr lang="en-US" sz="1800" b="0" dirty="0">
              <a:latin typeface="Aptos"/>
            </a:rPr>
            <a:t>hours</a:t>
          </a:r>
        </a:p>
      </dgm:t>
    </dgm:pt>
    <dgm:pt modelId="{5A7AF994-58C4-4102-97AC-E52E8080A566}" type="parTrans" cxnId="{FDF1D542-4437-4359-A870-97A6C8536CC1}">
      <dgm:prSet/>
      <dgm:spPr/>
    </dgm:pt>
    <dgm:pt modelId="{9527110F-9F36-4431-B233-D8A22A3E9520}" type="sibTrans" cxnId="{FDF1D542-4437-4359-A870-97A6C8536CC1}">
      <dgm:prSet/>
      <dgm:spPr/>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6">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6"/>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6"/>
      <dgm:spPr>
        <a:noFill/>
        <a:ln w="6350" cap="flat" cmpd="sng" algn="ctr">
          <a:solidFill>
            <a:schemeClr val="accent6">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6"/>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6">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6"/>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6"/>
      <dgm:spPr>
        <a:noFill/>
        <a:ln w="6350" cap="flat" cmpd="sng" algn="ctr">
          <a:solidFill>
            <a:schemeClr val="accent6">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6"/>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6">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6"/>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6"/>
      <dgm:spPr>
        <a:noFill/>
        <a:ln w="6350" cap="flat" cmpd="sng" algn="ctr">
          <a:solidFill>
            <a:schemeClr val="accent6">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6"/>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6">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6"/>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6"/>
      <dgm:spPr>
        <a:noFill/>
        <a:ln w="6350" cap="flat" cmpd="sng" algn="ctr">
          <a:solidFill>
            <a:schemeClr val="accent6">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6"/>
      <dgm:spPr/>
    </dgm:pt>
    <dgm:pt modelId="{34434334-A935-4057-946F-93B826088F38}" type="pres">
      <dgm:prSet presAssocID="{D2FE027B-4161-41E1-B4D4-02AECB2E3FA0}" presName="EmptyPlaceHolder" presStyleCnt="0"/>
      <dgm:spPr/>
    </dgm:pt>
    <dgm:pt modelId="{2BA48980-A889-4463-B62B-578096D28AFA}" type="pres">
      <dgm:prSet presAssocID="{4D59E06B-629C-40B5-96D3-423B7A56C945}" presName="spaceBetweenRectangles" presStyleCnt="0"/>
      <dgm:spPr/>
    </dgm:pt>
    <dgm:pt modelId="{AF898CD9-F3DD-46C9-AE7F-33FD07231FF1}" type="pres">
      <dgm:prSet presAssocID="{2BE415B7-7185-4956-8487-237B40BC0EE5}" presName="composite" presStyleCnt="0"/>
      <dgm:spPr/>
    </dgm:pt>
    <dgm:pt modelId="{7DDB9961-893B-4437-B52A-AD4E29D0A582}" type="pres">
      <dgm:prSet presAssocID="{2BE415B7-7185-4956-8487-237B40BC0EE5}" presName="L1TextContainer" presStyleLbl="revTx" presStyleIdx="4" presStyleCnt="6">
        <dgm:presLayoutVars>
          <dgm:chMax val="1"/>
          <dgm:chPref val="1"/>
          <dgm:bulletEnabled val="1"/>
        </dgm:presLayoutVars>
      </dgm:prSet>
      <dgm:spPr/>
    </dgm:pt>
    <dgm:pt modelId="{96742DC6-400B-4BB6-AC7B-3C4ED852979B}" type="pres">
      <dgm:prSet presAssocID="{2BE415B7-7185-4956-8487-237B40BC0EE5}" presName="L2TextContainerWrapper" presStyleCnt="0">
        <dgm:presLayoutVars>
          <dgm:chMax val="0"/>
          <dgm:chPref val="0"/>
          <dgm:bulletEnabled val="1"/>
        </dgm:presLayoutVars>
      </dgm:prSet>
      <dgm:spPr/>
    </dgm:pt>
    <dgm:pt modelId="{24AC8827-037F-429B-AF21-0457D303D603}" type="pres">
      <dgm:prSet presAssocID="{2BE415B7-7185-4956-8487-237B40BC0EE5}" presName="L2TextContainer" presStyleLbl="bgAcc1" presStyleIdx="4" presStyleCnt="6"/>
      <dgm:spPr/>
    </dgm:pt>
    <dgm:pt modelId="{9D068207-8E59-4D21-A4F2-AE6B9E049132}" type="pres">
      <dgm:prSet presAssocID="{2BE415B7-7185-4956-8487-237B40BC0EE5}" presName="FlexibleEmptyPlaceHolder" presStyleCnt="0"/>
      <dgm:spPr/>
    </dgm:pt>
    <dgm:pt modelId="{C9F19682-59BE-40DF-92D0-D9F9CB881048}" type="pres">
      <dgm:prSet presAssocID="{2BE415B7-7185-4956-8487-237B40BC0EE5}" presName="ConnectLine" presStyleLbl="sibTrans1D1" presStyleIdx="4" presStyleCnt="6"/>
      <dgm:spPr>
        <a:noFill/>
        <a:ln w="6350" cap="flat" cmpd="sng" algn="ctr">
          <a:solidFill>
            <a:schemeClr val="accent6">
              <a:hueOff val="0"/>
              <a:satOff val="0"/>
              <a:lumOff val="0"/>
              <a:alphaOff val="0"/>
            </a:schemeClr>
          </a:solidFill>
          <a:prstDash val="dash"/>
          <a:miter lim="800000"/>
        </a:ln>
        <a:effectLst/>
      </dgm:spPr>
    </dgm:pt>
    <dgm:pt modelId="{2F6EFC9B-FFED-4683-A144-33D5C064B7B4}" type="pres">
      <dgm:prSet presAssocID="{2BE415B7-7185-4956-8487-237B40BC0EE5}" presName="ConnectorPoint" presStyleLbl="alignNode1" presStyleIdx="4" presStyleCnt="6"/>
      <dgm:spPr/>
    </dgm:pt>
    <dgm:pt modelId="{A8479617-4C1B-4F5C-8CC4-569F0F0CCE27}" type="pres">
      <dgm:prSet presAssocID="{2BE415B7-7185-4956-8487-237B40BC0EE5}" presName="EmptyPlaceHolder" presStyleCnt="0"/>
      <dgm:spPr/>
    </dgm:pt>
    <dgm:pt modelId="{1A1E7FD4-E037-47FA-BB9F-2469BF7ED093}" type="pres">
      <dgm:prSet presAssocID="{F0D1C61C-E3F2-49BA-A2D8-C04A81308E5D}" presName="spaceBetweenRectangles" presStyleCnt="0"/>
      <dgm:spPr/>
    </dgm:pt>
    <dgm:pt modelId="{A491EDAE-00C5-4048-916E-3181F464759A}" type="pres">
      <dgm:prSet presAssocID="{BF49205E-DF4B-4DEA-B1C0-313A79730562}" presName="composite" presStyleCnt="0"/>
      <dgm:spPr/>
    </dgm:pt>
    <dgm:pt modelId="{4510C7E1-1B70-443F-865D-CC100401D9D2}" type="pres">
      <dgm:prSet presAssocID="{BF49205E-DF4B-4DEA-B1C0-313A79730562}" presName="L1TextContainer" presStyleLbl="revTx" presStyleIdx="5" presStyleCnt="6">
        <dgm:presLayoutVars>
          <dgm:chMax val="1"/>
          <dgm:chPref val="1"/>
          <dgm:bulletEnabled val="1"/>
        </dgm:presLayoutVars>
      </dgm:prSet>
      <dgm:spPr/>
    </dgm:pt>
    <dgm:pt modelId="{29F5FF43-3990-4645-A045-13D47F919B95}" type="pres">
      <dgm:prSet presAssocID="{BF49205E-DF4B-4DEA-B1C0-313A79730562}" presName="L2TextContainerWrapper" presStyleCnt="0">
        <dgm:presLayoutVars>
          <dgm:chMax val="0"/>
          <dgm:chPref val="0"/>
          <dgm:bulletEnabled val="1"/>
        </dgm:presLayoutVars>
      </dgm:prSet>
      <dgm:spPr/>
    </dgm:pt>
    <dgm:pt modelId="{970E69B6-9BE2-4BFA-A04C-C079FC47629E}" type="pres">
      <dgm:prSet presAssocID="{BF49205E-DF4B-4DEA-B1C0-313A79730562}" presName="L2TextContainer" presStyleLbl="bgAcc1" presStyleIdx="5" presStyleCnt="6"/>
      <dgm:spPr/>
    </dgm:pt>
    <dgm:pt modelId="{3ED7C2FC-2975-4299-B5FA-3AA15DEDE287}" type="pres">
      <dgm:prSet presAssocID="{BF49205E-DF4B-4DEA-B1C0-313A79730562}" presName="FlexibleEmptyPlaceHolder" presStyleCnt="0"/>
      <dgm:spPr/>
    </dgm:pt>
    <dgm:pt modelId="{AC858C26-9B8C-47F3-81AD-139D33624E54}" type="pres">
      <dgm:prSet presAssocID="{BF49205E-DF4B-4DEA-B1C0-313A79730562}" presName="ConnectLine" presStyleLbl="sibTrans1D1" presStyleIdx="5" presStyleCnt="6"/>
      <dgm:spPr>
        <a:noFill/>
        <a:ln w="6350" cap="flat" cmpd="sng" algn="ctr">
          <a:solidFill>
            <a:schemeClr val="accent6">
              <a:hueOff val="0"/>
              <a:satOff val="0"/>
              <a:lumOff val="0"/>
              <a:alphaOff val="0"/>
            </a:schemeClr>
          </a:solidFill>
          <a:prstDash val="dash"/>
          <a:miter lim="800000"/>
        </a:ln>
        <a:effectLst/>
      </dgm:spPr>
    </dgm:pt>
    <dgm:pt modelId="{6A8E68FC-B195-4938-858E-968435189857}" type="pres">
      <dgm:prSet presAssocID="{BF49205E-DF4B-4DEA-B1C0-313A79730562}" presName="ConnectorPoint" presStyleLbl="alignNode1" presStyleIdx="5" presStyleCnt="6"/>
      <dgm:spPr/>
    </dgm:pt>
    <dgm:pt modelId="{591396A9-099C-454A-9B9F-223DA60975A8}" type="pres">
      <dgm:prSet presAssocID="{BF49205E-DF4B-4DEA-B1C0-313A79730562}" presName="EmptyPlaceHolder" presStyleCnt="0"/>
      <dgm:spPr/>
    </dgm:pt>
  </dgm:ptLst>
  <dgm:cxnLst>
    <dgm:cxn modelId="{08649C02-1E30-4379-9F1C-05579CF62FDD}" type="presOf" srcId="{3CC73758-10C1-47F8-AFA7-1A986D4DDD60}" destId="{E712D073-0B15-4887-9DCE-A27BCACBC178}" srcOrd="0" destOrd="0" presId="urn:microsoft.com/office/officeart/2016/7/layout/BasicTimeline"/>
    <dgm:cxn modelId="{CB32A309-9CA9-4554-941D-519A91A9E733}" srcId="{A66480AC-C0DE-4E5E-9ECD-9AE37E3FCB79}" destId="{2BE415B7-7185-4956-8487-237B40BC0EE5}" srcOrd="4" destOrd="0" parTransId="{A38E847E-0D1D-4F40-9A71-4D5999ADE08B}" sibTransId="{F0D1C61C-E3F2-49BA-A2D8-C04A81308E5D}"/>
    <dgm:cxn modelId="{5A2C8117-98EB-4D31-8A70-8620C4B3A37A}" type="presOf" srcId="{FD9CA14A-483C-4869-B0C1-7C5FB7EEDBCC}" destId="{E0D48281-565D-47A3-9B6C-576231178549}" srcOrd="0" destOrd="0" presId="urn:microsoft.com/office/officeart/2016/7/layout/BasicTimeline"/>
    <dgm:cxn modelId="{A097992B-6E9C-4136-A7AF-EC5FC33EC81B}" type="presOf" srcId="{A8C03FBB-4A75-4460-AEA6-DEAEB9C61496}" destId="{FE5C7F33-9326-49FB-89A3-8A20163AD994}" srcOrd="0" destOrd="0" presId="urn:microsoft.com/office/officeart/2016/7/layout/BasicTimeline"/>
    <dgm:cxn modelId="{BB6E022E-B99C-430D-94F4-34BCEC87AD3E}" srcId="{D2FE027B-4161-41E1-B4D4-02AECB2E3FA0}" destId="{E00EF12A-74D8-4E4B-A78E-CF0D72B5FACD}" srcOrd="0" destOrd="0" parTransId="{3D692BD3-975A-4197-A249-634CA786619B}" sibTransId="{CA9EE4FC-1576-4B20-976B-9FE097F72D52}"/>
    <dgm:cxn modelId="{CC6C0930-FF06-4A18-880A-E6D0D0DE7003}" type="presOf" srcId="{5E71F362-34DF-4EEC-92A3-0EFE450E05E4}" destId="{BA29120C-7C6B-4F62-9079-4AD528BC0744}" srcOrd="0" destOrd="0" presId="urn:microsoft.com/office/officeart/2016/7/layout/BasicTimeline"/>
    <dgm:cxn modelId="{B9621A30-87BD-46B0-9222-522154E46AE9}" type="presOf" srcId="{D2FE027B-4161-41E1-B4D4-02AECB2E3FA0}" destId="{F782935D-BBBD-4420-826A-F71C517659B6}" srcOrd="0" destOrd="0" presId="urn:microsoft.com/office/officeart/2016/7/layout/BasicTimeline"/>
    <dgm:cxn modelId="{C87A233B-2B8B-463A-BA0F-4E1E6100EA27}" type="presOf" srcId="{B795BED7-CDF1-437A-B1B4-00CE9444C916}" destId="{24AC8827-037F-429B-AF21-0457D303D603}" srcOrd="0" destOrd="0" presId="urn:microsoft.com/office/officeart/2016/7/layout/BasicTimeline"/>
    <dgm:cxn modelId="{78A69A3D-6263-4789-BD47-CBA04135F527}" type="presOf" srcId="{21FDE48E-BE2D-4CDA-B12B-1E7D885EF432}" destId="{970E69B6-9BE2-4BFA-A04C-C079FC47629E}"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BA32645D-0B56-4C2A-8804-80B016F37750}" type="presOf" srcId="{E00EF12A-74D8-4E4B-A78E-CF0D72B5FACD}" destId="{6C3A59BD-6D45-4573-B098-8CB5207F194D}" srcOrd="0" destOrd="0" presId="urn:microsoft.com/office/officeart/2016/7/layout/BasicTimeline"/>
    <dgm:cxn modelId="{4A69F85D-5C15-48FD-893A-B3050E1BADEB}" srcId="{A66480AC-C0DE-4E5E-9ECD-9AE37E3FCB79}" destId="{3CC73758-10C1-47F8-AFA7-1A986D4DDD60}" srcOrd="2" destOrd="0" parTransId="{FF6AE4B6-4A2F-49EE-9316-9AF55E77838B}" sibTransId="{D8170BBA-6035-4773-8431-FEDD687647FF}"/>
    <dgm:cxn modelId="{FDF1D542-4437-4359-A870-97A6C8536CC1}" srcId="{BF49205E-DF4B-4DEA-B1C0-313A79730562}" destId="{21FDE48E-BE2D-4CDA-B12B-1E7D885EF432}" srcOrd="0" destOrd="0" parTransId="{5A7AF994-58C4-4102-97AC-E52E8080A566}" sibTransId="{9527110F-9F36-4431-B233-D8A22A3E9520}"/>
    <dgm:cxn modelId="{D3D81948-D963-4D1E-AE16-9705EAF510FC}" srcId="{A66480AC-C0DE-4E5E-9ECD-9AE37E3FCB79}" destId="{A8C03FBB-4A75-4460-AEA6-DEAEB9C61496}" srcOrd="0" destOrd="0" parTransId="{4E972F7F-4B1B-47AA-A25B-1FFC561F1C76}" sibTransId="{67361508-930A-4A23-8CFC-BB56DA645C3C}"/>
    <dgm:cxn modelId="{E1DAAD6F-30FE-4456-880F-39A90420E9DA}" type="presOf" srcId="{8A04F340-E8E1-4146-9905-E7ADCAEAABD7}" destId="{DADAA0C9-3E42-4088-8622-30E9F6EA139A}" srcOrd="0" destOrd="0" presId="urn:microsoft.com/office/officeart/2016/7/layout/BasicTimeline"/>
    <dgm:cxn modelId="{7A990B70-74AB-461A-8C2B-BCABAA0DBC4A}" type="presOf" srcId="{2BE415B7-7185-4956-8487-237B40BC0EE5}" destId="{7DDB9961-893B-4437-B52A-AD4E29D0A582}" srcOrd="0" destOrd="0" presId="urn:microsoft.com/office/officeart/2016/7/layout/BasicTimeline"/>
    <dgm:cxn modelId="{E90BCA96-A6EE-47B5-BCCC-6B851395EFFC}" type="presOf" srcId="{BF49205E-DF4B-4DEA-B1C0-313A79730562}" destId="{4510C7E1-1B70-443F-865D-CC100401D9D2}"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0FE22EAF-488C-40B6-B4D2-10D90CAAE478}" srcId="{2BE415B7-7185-4956-8487-237B40BC0EE5}" destId="{B795BED7-CDF1-437A-B1B4-00CE9444C916}" srcOrd="0" destOrd="0" parTransId="{1570594B-715D-42AA-BB24-5962A478F8D9}" sibTransId="{465862A7-05F5-48B1-A0C1-C43556DBEAD0}"/>
    <dgm:cxn modelId="{E7E087C2-8626-47C4-A440-94FEFC1CFB08}" srcId="{A66480AC-C0DE-4E5E-9ECD-9AE37E3FCB79}" destId="{BF49205E-DF4B-4DEA-B1C0-313A79730562}" srcOrd="5" destOrd="0" parTransId="{D7B180A5-CB4C-420B-AB47-2E04635D40AF}" sibTransId="{9BF847E0-CA4C-4FA5-98D3-0170E2570229}"/>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B4FC2BF4-306F-498B-9311-6EBAA5EFF5E3}" type="presOf" srcId="{91969DED-4CB8-4A14-A50B-3F7B848E46B5}" destId="{60D0713D-AF69-4AF8-B071-F65622790886}"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F09E0686-E146-4227-A481-96F50789270F}" type="presParOf" srcId="{9FFA803F-EA25-49D8-A073-96E9747E345F}" destId="{EE0E6265-BE99-48D1-8879-DB5A75D6D78E}" srcOrd="0" destOrd="0" presId="urn:microsoft.com/office/officeart/2016/7/layout/BasicTimeline"/>
    <dgm:cxn modelId="{093867E7-C0EB-4846-8AC0-6AB151219A2F}" type="presParOf" srcId="{9FFA803F-EA25-49D8-A073-96E9747E345F}" destId="{BDA8F949-88B8-486D-9E41-ABA1463A8926}" srcOrd="1" destOrd="0" presId="urn:microsoft.com/office/officeart/2016/7/layout/BasicTimeline"/>
    <dgm:cxn modelId="{7B412B35-C9F2-4A60-A1F0-2EE361FBE765}" type="presParOf" srcId="{BDA8F949-88B8-486D-9E41-ABA1463A8926}" destId="{A41AEE8D-8763-4311-BB07-B499A93D76EA}" srcOrd="0" destOrd="0" presId="urn:microsoft.com/office/officeart/2016/7/layout/BasicTimeline"/>
    <dgm:cxn modelId="{E7733914-03FE-4068-B1F6-E79721899D22}" type="presParOf" srcId="{A41AEE8D-8763-4311-BB07-B499A93D76EA}" destId="{FE5C7F33-9326-49FB-89A3-8A20163AD994}" srcOrd="0" destOrd="0" presId="urn:microsoft.com/office/officeart/2016/7/layout/BasicTimeline"/>
    <dgm:cxn modelId="{EC615218-7936-4F6A-BE25-392F29B6BACE}" type="presParOf" srcId="{A41AEE8D-8763-4311-BB07-B499A93D76EA}" destId="{C51067AB-548D-47E7-B9DD-C7A4C9600F8C}" srcOrd="1" destOrd="0" presId="urn:microsoft.com/office/officeart/2016/7/layout/BasicTimeline"/>
    <dgm:cxn modelId="{BA23C699-4108-4F5B-BADA-60E0935F5DAD}" type="presParOf" srcId="{C51067AB-548D-47E7-B9DD-C7A4C9600F8C}" destId="{BA29120C-7C6B-4F62-9079-4AD528BC0744}" srcOrd="0" destOrd="0" presId="urn:microsoft.com/office/officeart/2016/7/layout/BasicTimeline"/>
    <dgm:cxn modelId="{14BA8127-8F62-4A98-9B14-D0D92F0CB2F9}" type="presParOf" srcId="{C51067AB-548D-47E7-B9DD-C7A4C9600F8C}" destId="{617B6CDA-9351-44EF-9011-41758FE93851}" srcOrd="1" destOrd="0" presId="urn:microsoft.com/office/officeart/2016/7/layout/BasicTimeline"/>
    <dgm:cxn modelId="{69477529-9D3A-41A5-90C2-01548F80D602}" type="presParOf" srcId="{A41AEE8D-8763-4311-BB07-B499A93D76EA}" destId="{A95DB80B-444A-4D69-B205-3A801BB8524A}" srcOrd="2" destOrd="0" presId="urn:microsoft.com/office/officeart/2016/7/layout/BasicTimeline"/>
    <dgm:cxn modelId="{33198AB9-F40C-409D-9706-85FAC40E61C6}" type="presParOf" srcId="{A41AEE8D-8763-4311-BB07-B499A93D76EA}" destId="{FA19A0AA-8B0B-4AA8-A80D-08CFFDD3F112}" srcOrd="3" destOrd="0" presId="urn:microsoft.com/office/officeart/2016/7/layout/BasicTimeline"/>
    <dgm:cxn modelId="{0173C49B-12DE-46DE-96B0-999FA4652EA5}" type="presParOf" srcId="{A41AEE8D-8763-4311-BB07-B499A93D76EA}" destId="{C298CC98-EF08-4D23-94A2-F58DEE6D7DE4}" srcOrd="4" destOrd="0" presId="urn:microsoft.com/office/officeart/2016/7/layout/BasicTimeline"/>
    <dgm:cxn modelId="{BFB8A316-121B-4153-8E68-63CAA9E9C9AC}" type="presParOf" srcId="{BDA8F949-88B8-486D-9E41-ABA1463A8926}" destId="{F3D981F8-7433-4E93-99E6-2B447306B973}" srcOrd="1" destOrd="0" presId="urn:microsoft.com/office/officeart/2016/7/layout/BasicTimeline"/>
    <dgm:cxn modelId="{C248A358-BFE5-4EE5-8DE9-7B5043CAB257}" type="presParOf" srcId="{BDA8F949-88B8-486D-9E41-ABA1463A8926}" destId="{7D29DFA7-018B-45C9-AC1C-5CFC82FEE150}" srcOrd="2" destOrd="0" presId="urn:microsoft.com/office/officeart/2016/7/layout/BasicTimeline"/>
    <dgm:cxn modelId="{EFEA7076-AAC9-45F0-A3A1-3846B282A728}" type="presParOf" srcId="{7D29DFA7-018B-45C9-AC1C-5CFC82FEE150}" destId="{60D0713D-AF69-4AF8-B071-F65622790886}" srcOrd="0" destOrd="0" presId="urn:microsoft.com/office/officeart/2016/7/layout/BasicTimeline"/>
    <dgm:cxn modelId="{7B95EA8D-EC8A-4EC3-85B0-1B86092C582F}" type="presParOf" srcId="{7D29DFA7-018B-45C9-AC1C-5CFC82FEE150}" destId="{5DAA1547-FEA7-4F69-96D3-0E3A07601B1E}" srcOrd="1" destOrd="0" presId="urn:microsoft.com/office/officeart/2016/7/layout/BasicTimeline"/>
    <dgm:cxn modelId="{CE0C044E-91C2-43EC-844C-11BF7D95C7AD}" type="presParOf" srcId="{5DAA1547-FEA7-4F69-96D3-0E3A07601B1E}" destId="{DADAA0C9-3E42-4088-8622-30E9F6EA139A}" srcOrd="0" destOrd="0" presId="urn:microsoft.com/office/officeart/2016/7/layout/BasicTimeline"/>
    <dgm:cxn modelId="{40708662-89F1-44BF-B843-F025174D5156}" type="presParOf" srcId="{5DAA1547-FEA7-4F69-96D3-0E3A07601B1E}" destId="{D2E61EE0-F306-43AF-AFF9-74A14B9CF379}" srcOrd="1" destOrd="0" presId="urn:microsoft.com/office/officeart/2016/7/layout/BasicTimeline"/>
    <dgm:cxn modelId="{88C61AFC-3D32-4986-ADF1-D8CE0365BF7E}" type="presParOf" srcId="{7D29DFA7-018B-45C9-AC1C-5CFC82FEE150}" destId="{DBD74D6B-057A-432C-9067-BF618C19EB2A}" srcOrd="2" destOrd="0" presId="urn:microsoft.com/office/officeart/2016/7/layout/BasicTimeline"/>
    <dgm:cxn modelId="{C8C5AF68-16B7-4332-9898-060172A05403}" type="presParOf" srcId="{7D29DFA7-018B-45C9-AC1C-5CFC82FEE150}" destId="{0F979253-FD39-4920-BFCA-78C564B167EA}" srcOrd="3" destOrd="0" presId="urn:microsoft.com/office/officeart/2016/7/layout/BasicTimeline"/>
    <dgm:cxn modelId="{FACBE920-41B7-4166-A54A-AF4B1017C426}" type="presParOf" srcId="{7D29DFA7-018B-45C9-AC1C-5CFC82FEE150}" destId="{C9B4B298-E04C-4317-856D-E345FE5EC64B}" srcOrd="4" destOrd="0" presId="urn:microsoft.com/office/officeart/2016/7/layout/BasicTimeline"/>
    <dgm:cxn modelId="{D4FB7D37-59C6-4870-B69E-BD91FD1DE49C}" type="presParOf" srcId="{BDA8F949-88B8-486D-9E41-ABA1463A8926}" destId="{9B636147-AF19-40E0-BE7D-3BE8148CC024}" srcOrd="3" destOrd="0" presId="urn:microsoft.com/office/officeart/2016/7/layout/BasicTimeline"/>
    <dgm:cxn modelId="{56B2E308-A364-47ED-BE9C-C13DB1B60672}" type="presParOf" srcId="{BDA8F949-88B8-486D-9E41-ABA1463A8926}" destId="{76CB18D4-86E2-467C-A2CF-3ED9EFE66BEA}" srcOrd="4" destOrd="0" presId="urn:microsoft.com/office/officeart/2016/7/layout/BasicTimeline"/>
    <dgm:cxn modelId="{B0A2748B-808C-410C-A080-D316FE75CBD6}" type="presParOf" srcId="{76CB18D4-86E2-467C-A2CF-3ED9EFE66BEA}" destId="{E712D073-0B15-4887-9DCE-A27BCACBC178}" srcOrd="0" destOrd="0" presId="urn:microsoft.com/office/officeart/2016/7/layout/BasicTimeline"/>
    <dgm:cxn modelId="{A7A62A8F-6FFC-4AEB-B763-D747D3100BE6}" type="presParOf" srcId="{76CB18D4-86E2-467C-A2CF-3ED9EFE66BEA}" destId="{4C57E835-21E8-44E9-8CE3-1E2D478ECB2B}" srcOrd="1" destOrd="0" presId="urn:microsoft.com/office/officeart/2016/7/layout/BasicTimeline"/>
    <dgm:cxn modelId="{A91F7A96-F348-48B9-887F-ABC9ACBC4194}" type="presParOf" srcId="{4C57E835-21E8-44E9-8CE3-1E2D478ECB2B}" destId="{E0D48281-565D-47A3-9B6C-576231178549}" srcOrd="0" destOrd="0" presId="urn:microsoft.com/office/officeart/2016/7/layout/BasicTimeline"/>
    <dgm:cxn modelId="{F4471CC2-4252-4CDF-8918-5F9EF9044F12}" type="presParOf" srcId="{4C57E835-21E8-44E9-8CE3-1E2D478ECB2B}" destId="{E0365E95-CAD6-4660-956D-E490447A5CB4}" srcOrd="1" destOrd="0" presId="urn:microsoft.com/office/officeart/2016/7/layout/BasicTimeline"/>
    <dgm:cxn modelId="{C19CE7B2-4DB0-44F8-BFD9-44D40987C079}" type="presParOf" srcId="{76CB18D4-86E2-467C-A2CF-3ED9EFE66BEA}" destId="{DCAE8A46-752C-4E82-84CE-E790E1F2918E}" srcOrd="2" destOrd="0" presId="urn:microsoft.com/office/officeart/2016/7/layout/BasicTimeline"/>
    <dgm:cxn modelId="{5FD2D2A9-BFAB-463D-BAC1-C5D182F4D538}" type="presParOf" srcId="{76CB18D4-86E2-467C-A2CF-3ED9EFE66BEA}" destId="{B6459BF8-D2C3-4018-9C28-98667DC203F4}" srcOrd="3" destOrd="0" presId="urn:microsoft.com/office/officeart/2016/7/layout/BasicTimeline"/>
    <dgm:cxn modelId="{24065249-0653-4F06-BD0B-491195CD3FEF}" type="presParOf" srcId="{76CB18D4-86E2-467C-A2CF-3ED9EFE66BEA}" destId="{EAB0CCC2-BFF9-432D-BA8E-7ECAF2D92AF2}" srcOrd="4" destOrd="0" presId="urn:microsoft.com/office/officeart/2016/7/layout/BasicTimeline"/>
    <dgm:cxn modelId="{9613A5D4-1ADD-47A7-A878-D677012B6D60}" type="presParOf" srcId="{BDA8F949-88B8-486D-9E41-ABA1463A8926}" destId="{07073103-04B7-4C74-9AC8-048764100B10}" srcOrd="5" destOrd="0" presId="urn:microsoft.com/office/officeart/2016/7/layout/BasicTimeline"/>
    <dgm:cxn modelId="{3F93E96D-3EFB-46EA-BE78-CEE1C23E1137}" type="presParOf" srcId="{BDA8F949-88B8-486D-9E41-ABA1463A8926}" destId="{C68762A5-E9DF-484F-B385-6C7E07325E98}" srcOrd="6" destOrd="0" presId="urn:microsoft.com/office/officeart/2016/7/layout/BasicTimeline"/>
    <dgm:cxn modelId="{242F675F-66FB-40A6-8995-E231321EB4EB}" type="presParOf" srcId="{C68762A5-E9DF-484F-B385-6C7E07325E98}" destId="{F782935D-BBBD-4420-826A-F71C517659B6}" srcOrd="0" destOrd="0" presId="urn:microsoft.com/office/officeart/2016/7/layout/BasicTimeline"/>
    <dgm:cxn modelId="{B95B7345-0CC5-4CAB-A925-3CB56FF999A2}" type="presParOf" srcId="{C68762A5-E9DF-484F-B385-6C7E07325E98}" destId="{3C71E446-482E-4CAC-8D42-2D4AC020412B}" srcOrd="1" destOrd="0" presId="urn:microsoft.com/office/officeart/2016/7/layout/BasicTimeline"/>
    <dgm:cxn modelId="{7DB83886-4DDB-4E6C-8837-F5B0AA9B7DD4}" type="presParOf" srcId="{3C71E446-482E-4CAC-8D42-2D4AC020412B}" destId="{6C3A59BD-6D45-4573-B098-8CB5207F194D}" srcOrd="0" destOrd="0" presId="urn:microsoft.com/office/officeart/2016/7/layout/BasicTimeline"/>
    <dgm:cxn modelId="{457C93DF-8541-46F7-9594-B1A8027DCBDF}" type="presParOf" srcId="{3C71E446-482E-4CAC-8D42-2D4AC020412B}" destId="{8EB042C8-D666-4667-A1E4-E0C87151B72F}" srcOrd="1" destOrd="0" presId="urn:microsoft.com/office/officeart/2016/7/layout/BasicTimeline"/>
    <dgm:cxn modelId="{2F97A828-D660-4C27-9BF9-1D1252B2136C}" type="presParOf" srcId="{C68762A5-E9DF-484F-B385-6C7E07325E98}" destId="{086FB9B1-82B2-4197-8B33-6E7FF94F8D2E}" srcOrd="2" destOrd="0" presId="urn:microsoft.com/office/officeart/2016/7/layout/BasicTimeline"/>
    <dgm:cxn modelId="{9D672229-6239-4733-9EE9-2FE895AF5BFB}" type="presParOf" srcId="{C68762A5-E9DF-484F-B385-6C7E07325E98}" destId="{3F359E8B-7C7E-4FD9-B106-36CCBFC731D5}" srcOrd="3" destOrd="0" presId="urn:microsoft.com/office/officeart/2016/7/layout/BasicTimeline"/>
    <dgm:cxn modelId="{66FCF708-AD88-4769-9E8D-8AE25BDB5558}" type="presParOf" srcId="{C68762A5-E9DF-484F-B385-6C7E07325E98}" destId="{34434334-A935-4057-946F-93B826088F38}" srcOrd="4" destOrd="0" presId="urn:microsoft.com/office/officeart/2016/7/layout/BasicTimeline"/>
    <dgm:cxn modelId="{A12364FF-7512-4096-9077-BEE13F745DA6}" type="presParOf" srcId="{BDA8F949-88B8-486D-9E41-ABA1463A8926}" destId="{2BA48980-A889-4463-B62B-578096D28AFA}" srcOrd="7" destOrd="0" presId="urn:microsoft.com/office/officeart/2016/7/layout/BasicTimeline"/>
    <dgm:cxn modelId="{B3DE00ED-FEFA-429F-B640-66971179C726}" type="presParOf" srcId="{BDA8F949-88B8-486D-9E41-ABA1463A8926}" destId="{AF898CD9-F3DD-46C9-AE7F-33FD07231FF1}" srcOrd="8" destOrd="0" presId="urn:microsoft.com/office/officeart/2016/7/layout/BasicTimeline"/>
    <dgm:cxn modelId="{235C1780-FB93-4D21-9E6F-4F1061376013}" type="presParOf" srcId="{AF898CD9-F3DD-46C9-AE7F-33FD07231FF1}" destId="{7DDB9961-893B-4437-B52A-AD4E29D0A582}" srcOrd="0" destOrd="0" presId="urn:microsoft.com/office/officeart/2016/7/layout/BasicTimeline"/>
    <dgm:cxn modelId="{8D72B8EC-19DA-4065-B898-BC85B52D1EC1}" type="presParOf" srcId="{AF898CD9-F3DD-46C9-AE7F-33FD07231FF1}" destId="{96742DC6-400B-4BB6-AC7B-3C4ED852979B}" srcOrd="1" destOrd="0" presId="urn:microsoft.com/office/officeart/2016/7/layout/BasicTimeline"/>
    <dgm:cxn modelId="{78D5BF7B-79F1-43E7-A33A-3CBFEC33CD4D}" type="presParOf" srcId="{96742DC6-400B-4BB6-AC7B-3C4ED852979B}" destId="{24AC8827-037F-429B-AF21-0457D303D603}" srcOrd="0" destOrd="0" presId="urn:microsoft.com/office/officeart/2016/7/layout/BasicTimeline"/>
    <dgm:cxn modelId="{74D46101-8BE7-4F3C-B11D-59DB847951EE}" type="presParOf" srcId="{96742DC6-400B-4BB6-AC7B-3C4ED852979B}" destId="{9D068207-8E59-4D21-A4F2-AE6B9E049132}" srcOrd="1" destOrd="0" presId="urn:microsoft.com/office/officeart/2016/7/layout/BasicTimeline"/>
    <dgm:cxn modelId="{754D3865-66F8-43FF-9E58-D61FC9D16B72}" type="presParOf" srcId="{AF898CD9-F3DD-46C9-AE7F-33FD07231FF1}" destId="{C9F19682-59BE-40DF-92D0-D9F9CB881048}" srcOrd="2" destOrd="0" presId="urn:microsoft.com/office/officeart/2016/7/layout/BasicTimeline"/>
    <dgm:cxn modelId="{29C00FD0-569E-442B-B576-B2E9A72A4821}" type="presParOf" srcId="{AF898CD9-F3DD-46C9-AE7F-33FD07231FF1}" destId="{2F6EFC9B-FFED-4683-A144-33D5C064B7B4}" srcOrd="3" destOrd="0" presId="urn:microsoft.com/office/officeart/2016/7/layout/BasicTimeline"/>
    <dgm:cxn modelId="{A2E7DDA0-7D15-41E2-A9D1-A25DC0F8A11A}" type="presParOf" srcId="{AF898CD9-F3DD-46C9-AE7F-33FD07231FF1}" destId="{A8479617-4C1B-4F5C-8CC4-569F0F0CCE27}" srcOrd="4" destOrd="0" presId="urn:microsoft.com/office/officeart/2016/7/layout/BasicTimeline"/>
    <dgm:cxn modelId="{CF8C1385-D848-4522-A562-DC4347A6D4DE}" type="presParOf" srcId="{BDA8F949-88B8-486D-9E41-ABA1463A8926}" destId="{1A1E7FD4-E037-47FA-BB9F-2469BF7ED093}" srcOrd="9" destOrd="0" presId="urn:microsoft.com/office/officeart/2016/7/layout/BasicTimeline"/>
    <dgm:cxn modelId="{83782179-E67E-41AB-9A4E-1618BEA20C84}" type="presParOf" srcId="{BDA8F949-88B8-486D-9E41-ABA1463A8926}" destId="{A491EDAE-00C5-4048-916E-3181F464759A}" srcOrd="10" destOrd="0" presId="urn:microsoft.com/office/officeart/2016/7/layout/BasicTimeline"/>
    <dgm:cxn modelId="{81458D25-30AC-4CCF-BEE2-BC99FA1B68CA}" type="presParOf" srcId="{A491EDAE-00C5-4048-916E-3181F464759A}" destId="{4510C7E1-1B70-443F-865D-CC100401D9D2}" srcOrd="0" destOrd="0" presId="urn:microsoft.com/office/officeart/2016/7/layout/BasicTimeline"/>
    <dgm:cxn modelId="{62D71685-900F-4F45-BF55-9F1C98A11A8D}" type="presParOf" srcId="{A491EDAE-00C5-4048-916E-3181F464759A}" destId="{29F5FF43-3990-4645-A045-13D47F919B95}" srcOrd="1" destOrd="0" presId="urn:microsoft.com/office/officeart/2016/7/layout/BasicTimeline"/>
    <dgm:cxn modelId="{B4049A12-90C3-4E12-B989-2AA5D3DC52C1}" type="presParOf" srcId="{29F5FF43-3990-4645-A045-13D47F919B95}" destId="{970E69B6-9BE2-4BFA-A04C-C079FC47629E}" srcOrd="0" destOrd="0" presId="urn:microsoft.com/office/officeart/2016/7/layout/BasicTimeline"/>
    <dgm:cxn modelId="{2C4E100B-5D2A-4C8D-A73A-8C434FFE8C44}" type="presParOf" srcId="{29F5FF43-3990-4645-A045-13D47F919B95}" destId="{3ED7C2FC-2975-4299-B5FA-3AA15DEDE287}" srcOrd="1" destOrd="0" presId="urn:microsoft.com/office/officeart/2016/7/layout/BasicTimeline"/>
    <dgm:cxn modelId="{D61D241F-0DFE-4CBC-B094-C913F9584AC7}" type="presParOf" srcId="{A491EDAE-00C5-4048-916E-3181F464759A}" destId="{AC858C26-9B8C-47F3-81AD-139D33624E54}" srcOrd="2" destOrd="0" presId="urn:microsoft.com/office/officeart/2016/7/layout/BasicTimeline"/>
    <dgm:cxn modelId="{A7D07A5D-000A-4150-A2A3-F468E53F28B1}" type="presParOf" srcId="{A491EDAE-00C5-4048-916E-3181F464759A}" destId="{6A8E68FC-B195-4938-858E-968435189857}" srcOrd="3" destOrd="0" presId="urn:microsoft.com/office/officeart/2016/7/layout/BasicTimeline"/>
    <dgm:cxn modelId="{6C22081D-0F5E-4159-92A4-A5D6A54810CA}" type="presParOf" srcId="{A491EDAE-00C5-4048-916E-3181F464759A}" destId="{591396A9-099C-454A-9B9F-223DA60975A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A93302-0D56-43D7-B180-C16D7110EF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2DB88CE-F947-445F-A0D3-772AFA924A24}">
      <dgm:prSet/>
      <dgm:spPr/>
      <dgm:t>
        <a:bodyPr/>
        <a:lstStyle/>
        <a:p>
          <a:r>
            <a:rPr lang="en-US"/>
            <a:t>Tier 0 (Critical Infrastructure):</a:t>
          </a:r>
        </a:p>
      </dgm:t>
    </dgm:pt>
    <dgm:pt modelId="{4F1DCF16-625D-49A2-A82B-35F085F23321}" type="parTrans" cxnId="{7FC56654-D613-4DB4-80D6-E60581BB771C}">
      <dgm:prSet/>
      <dgm:spPr/>
      <dgm:t>
        <a:bodyPr/>
        <a:lstStyle/>
        <a:p>
          <a:endParaRPr lang="en-US"/>
        </a:p>
      </dgm:t>
    </dgm:pt>
    <dgm:pt modelId="{C62399CB-CF66-4B13-977A-516E4E0816A4}" type="sibTrans" cxnId="{7FC56654-D613-4DB4-80D6-E60581BB771C}">
      <dgm:prSet/>
      <dgm:spPr/>
      <dgm:t>
        <a:bodyPr/>
        <a:lstStyle/>
        <a:p>
          <a:endParaRPr lang="en-US"/>
        </a:p>
      </dgm:t>
    </dgm:pt>
    <dgm:pt modelId="{E9CC1209-2509-422E-835E-C5543EB5D625}">
      <dgm:prSet/>
      <dgm:spPr/>
      <dgm:t>
        <a:bodyPr/>
        <a:lstStyle/>
        <a:p>
          <a:pPr>
            <a:lnSpc>
              <a:spcPct val="100000"/>
            </a:lnSpc>
          </a:pPr>
          <a:r>
            <a:rPr lang="en-US"/>
            <a:t>Active Directory (login failures)</a:t>
          </a:r>
        </a:p>
      </dgm:t>
    </dgm:pt>
    <dgm:pt modelId="{91882C32-A99A-4876-B560-2F454A5ABF30}" type="parTrans" cxnId="{1BB726BE-1AA8-4751-9586-AB4597583E9B}">
      <dgm:prSet/>
      <dgm:spPr/>
      <dgm:t>
        <a:bodyPr/>
        <a:lstStyle/>
        <a:p>
          <a:endParaRPr lang="en-US"/>
        </a:p>
      </dgm:t>
    </dgm:pt>
    <dgm:pt modelId="{59D1D56C-CC35-4162-A1E5-B673E8C604A1}" type="sibTrans" cxnId="{1BB726BE-1AA8-4751-9586-AB4597583E9B}">
      <dgm:prSet/>
      <dgm:spPr/>
      <dgm:t>
        <a:bodyPr/>
        <a:lstStyle/>
        <a:p>
          <a:endParaRPr lang="en-US"/>
        </a:p>
      </dgm:t>
    </dgm:pt>
    <dgm:pt modelId="{9D91165D-51C5-41F3-B26A-C3F312DA1524}">
      <dgm:prSet/>
      <dgm:spPr/>
      <dgm:t>
        <a:bodyPr/>
        <a:lstStyle/>
        <a:p>
          <a:pPr>
            <a:lnSpc>
              <a:spcPct val="100000"/>
            </a:lnSpc>
          </a:pPr>
          <a:r>
            <a:rPr lang="en-US"/>
            <a:t>DNS services disrupted</a:t>
          </a:r>
        </a:p>
      </dgm:t>
    </dgm:pt>
    <dgm:pt modelId="{084E400B-C15C-4959-8658-6EE01419D3E4}" type="parTrans" cxnId="{7E42FC19-1123-442F-A18E-AE2E63CB70E3}">
      <dgm:prSet/>
      <dgm:spPr/>
      <dgm:t>
        <a:bodyPr/>
        <a:lstStyle/>
        <a:p>
          <a:endParaRPr lang="en-US"/>
        </a:p>
      </dgm:t>
    </dgm:pt>
    <dgm:pt modelId="{3D02B7FB-AEB0-4D87-A761-4827B55531BE}" type="sibTrans" cxnId="{7E42FC19-1123-442F-A18E-AE2E63CB70E3}">
      <dgm:prSet/>
      <dgm:spPr/>
      <dgm:t>
        <a:bodyPr/>
        <a:lstStyle/>
        <a:p>
          <a:endParaRPr lang="en-US"/>
        </a:p>
      </dgm:t>
    </dgm:pt>
    <dgm:pt modelId="{AFDEEA77-D514-43D8-AF73-C8978DE04E79}">
      <dgm:prSet/>
      <dgm:spPr/>
      <dgm:t>
        <a:bodyPr/>
        <a:lstStyle/>
        <a:p>
          <a:pPr>
            <a:lnSpc>
              <a:spcPct val="100000"/>
            </a:lnSpc>
          </a:pPr>
          <a:r>
            <a:rPr lang="en-US" dirty="0"/>
            <a:t>Network firewall under attack</a:t>
          </a:r>
        </a:p>
      </dgm:t>
    </dgm:pt>
    <dgm:pt modelId="{92425558-1B30-4BFE-9C43-42E8F37652AC}" type="parTrans" cxnId="{DDC09E89-3271-4130-8198-BC94A8BFFBFE}">
      <dgm:prSet/>
      <dgm:spPr/>
      <dgm:t>
        <a:bodyPr/>
        <a:lstStyle/>
        <a:p>
          <a:endParaRPr lang="en-US"/>
        </a:p>
      </dgm:t>
    </dgm:pt>
    <dgm:pt modelId="{5BB8196C-42C9-4B8D-BB0B-F6581FC3FCA3}" type="sibTrans" cxnId="{DDC09E89-3271-4130-8198-BC94A8BFFBFE}">
      <dgm:prSet/>
      <dgm:spPr/>
      <dgm:t>
        <a:bodyPr/>
        <a:lstStyle/>
        <a:p>
          <a:endParaRPr lang="en-US"/>
        </a:p>
      </dgm:t>
    </dgm:pt>
    <dgm:pt modelId="{03F065AC-7754-44A2-A809-11C230BA2D43}">
      <dgm:prSet/>
      <dgm:spPr/>
      <dgm:t>
        <a:bodyPr/>
        <a:lstStyle/>
        <a:p>
          <a:r>
            <a:rPr lang="en-US"/>
            <a:t>Tier 1 (Business Systems):</a:t>
          </a:r>
        </a:p>
      </dgm:t>
    </dgm:pt>
    <dgm:pt modelId="{615F335F-B413-4F39-8E57-89F07861CB5F}" type="parTrans" cxnId="{391CB26B-5446-43AE-8969-2C8B3292EDEC}">
      <dgm:prSet/>
      <dgm:spPr/>
      <dgm:t>
        <a:bodyPr/>
        <a:lstStyle/>
        <a:p>
          <a:endParaRPr lang="en-US"/>
        </a:p>
      </dgm:t>
    </dgm:pt>
    <dgm:pt modelId="{BFBAB0AF-EE87-4347-BAEB-FD52DC2F699B}" type="sibTrans" cxnId="{391CB26B-5446-43AE-8969-2C8B3292EDEC}">
      <dgm:prSet/>
      <dgm:spPr/>
      <dgm:t>
        <a:bodyPr/>
        <a:lstStyle/>
        <a:p>
          <a:endParaRPr lang="en-US"/>
        </a:p>
      </dgm:t>
    </dgm:pt>
    <dgm:pt modelId="{AA6A5D10-E32E-40E4-9712-7B1A109621A2}">
      <dgm:prSet/>
      <dgm:spPr/>
      <dgm:t>
        <a:bodyPr/>
        <a:lstStyle/>
        <a:p>
          <a:pPr>
            <a:lnSpc>
              <a:spcPct val="100000"/>
            </a:lnSpc>
          </a:pPr>
          <a:r>
            <a:rPr lang="en-US"/>
            <a:t>E-commerce platform down</a:t>
          </a:r>
        </a:p>
      </dgm:t>
    </dgm:pt>
    <dgm:pt modelId="{862CEFF8-C118-4675-8B3D-F9071A844003}" type="parTrans" cxnId="{45055C54-E085-4F74-9239-A1AF13967F84}">
      <dgm:prSet/>
      <dgm:spPr/>
      <dgm:t>
        <a:bodyPr/>
        <a:lstStyle/>
        <a:p>
          <a:endParaRPr lang="en-US"/>
        </a:p>
      </dgm:t>
    </dgm:pt>
    <dgm:pt modelId="{92A1565A-43E3-46AA-A1FD-7E4AB12813B7}" type="sibTrans" cxnId="{45055C54-E085-4F74-9239-A1AF13967F84}">
      <dgm:prSet/>
      <dgm:spPr/>
      <dgm:t>
        <a:bodyPr/>
        <a:lstStyle/>
        <a:p>
          <a:endParaRPr lang="en-US"/>
        </a:p>
      </dgm:t>
    </dgm:pt>
    <dgm:pt modelId="{BB645606-59D5-40FB-ACB2-23D837CA01D7}">
      <dgm:prSet/>
      <dgm:spPr/>
      <dgm:t>
        <a:bodyPr/>
        <a:lstStyle/>
        <a:p>
          <a:pPr>
            <a:lnSpc>
              <a:spcPct val="100000"/>
            </a:lnSpc>
          </a:pPr>
          <a:r>
            <a:rPr lang="en-US"/>
            <a:t>Customer support unavailable</a:t>
          </a:r>
        </a:p>
      </dgm:t>
    </dgm:pt>
    <dgm:pt modelId="{61B0C915-8346-445C-BFDE-9FBB696C2E8D}" type="parTrans" cxnId="{E92A910D-EDE2-45C9-B186-E463650DFDBB}">
      <dgm:prSet/>
      <dgm:spPr/>
      <dgm:t>
        <a:bodyPr/>
        <a:lstStyle/>
        <a:p>
          <a:endParaRPr lang="en-US"/>
        </a:p>
      </dgm:t>
    </dgm:pt>
    <dgm:pt modelId="{14E6E7B6-A7EA-43A0-BDD0-F491839A5EEE}" type="sibTrans" cxnId="{E92A910D-EDE2-45C9-B186-E463650DFDBB}">
      <dgm:prSet/>
      <dgm:spPr/>
      <dgm:t>
        <a:bodyPr/>
        <a:lstStyle/>
        <a:p>
          <a:endParaRPr lang="en-US"/>
        </a:p>
      </dgm:t>
    </dgm:pt>
    <dgm:pt modelId="{227F70CA-9519-4A25-92F2-05E0E84ED486}">
      <dgm:prSet/>
      <dgm:spPr/>
      <dgm:t>
        <a:bodyPr/>
        <a:lstStyle/>
        <a:p>
          <a:pPr>
            <a:lnSpc>
              <a:spcPct val="100000"/>
            </a:lnSpc>
          </a:pPr>
          <a:r>
            <a:rPr lang="en-US"/>
            <a:t>Payment processing offline</a:t>
          </a:r>
        </a:p>
      </dgm:t>
    </dgm:pt>
    <dgm:pt modelId="{197E5A3B-1C89-4E45-AF10-8470A5A109A2}" type="parTrans" cxnId="{8CAD24CD-C26F-4682-9494-BBD151F08C96}">
      <dgm:prSet/>
      <dgm:spPr/>
      <dgm:t>
        <a:bodyPr/>
        <a:lstStyle/>
        <a:p>
          <a:endParaRPr lang="en-US"/>
        </a:p>
      </dgm:t>
    </dgm:pt>
    <dgm:pt modelId="{23B3DDD0-C654-46E1-982F-D7E27084B350}" type="sibTrans" cxnId="{8CAD24CD-C26F-4682-9494-BBD151F08C96}">
      <dgm:prSet/>
      <dgm:spPr/>
      <dgm:t>
        <a:bodyPr/>
        <a:lstStyle/>
        <a:p>
          <a:endParaRPr lang="en-US"/>
        </a:p>
      </dgm:t>
    </dgm:pt>
    <dgm:pt modelId="{E10D7556-65B5-4762-8A11-058D900A22CD}" type="pres">
      <dgm:prSet presAssocID="{EDA93302-0D56-43D7-B180-C16D7110EF84}" presName="linear" presStyleCnt="0">
        <dgm:presLayoutVars>
          <dgm:animLvl val="lvl"/>
          <dgm:resizeHandles val="exact"/>
        </dgm:presLayoutVars>
      </dgm:prSet>
      <dgm:spPr/>
    </dgm:pt>
    <dgm:pt modelId="{1737588D-187D-4E0A-9E4F-AB12A829B7C8}" type="pres">
      <dgm:prSet presAssocID="{B2DB88CE-F947-445F-A0D3-772AFA924A24}" presName="parentText" presStyleLbl="node1" presStyleIdx="0" presStyleCnt="2">
        <dgm:presLayoutVars>
          <dgm:chMax val="0"/>
          <dgm:bulletEnabled val="1"/>
        </dgm:presLayoutVars>
      </dgm:prSet>
      <dgm:spPr/>
    </dgm:pt>
    <dgm:pt modelId="{956432D7-326A-492E-942E-4F6018FDBA8D}" type="pres">
      <dgm:prSet presAssocID="{B2DB88CE-F947-445F-A0D3-772AFA924A24}" presName="childText" presStyleLbl="revTx" presStyleIdx="0" presStyleCnt="2">
        <dgm:presLayoutVars>
          <dgm:bulletEnabled val="1"/>
        </dgm:presLayoutVars>
      </dgm:prSet>
      <dgm:spPr/>
    </dgm:pt>
    <dgm:pt modelId="{3FD8F997-88A3-4ADA-A3ED-101D7FEF1900}" type="pres">
      <dgm:prSet presAssocID="{03F065AC-7754-44A2-A809-11C230BA2D43}" presName="parentText" presStyleLbl="node1" presStyleIdx="1" presStyleCnt="2">
        <dgm:presLayoutVars>
          <dgm:chMax val="0"/>
          <dgm:bulletEnabled val="1"/>
        </dgm:presLayoutVars>
      </dgm:prSet>
      <dgm:spPr/>
    </dgm:pt>
    <dgm:pt modelId="{56DD395B-0636-493D-841C-3F10640CA354}" type="pres">
      <dgm:prSet presAssocID="{03F065AC-7754-44A2-A809-11C230BA2D43}" presName="childText" presStyleLbl="revTx" presStyleIdx="1" presStyleCnt="2">
        <dgm:presLayoutVars>
          <dgm:bulletEnabled val="1"/>
        </dgm:presLayoutVars>
      </dgm:prSet>
      <dgm:spPr/>
    </dgm:pt>
  </dgm:ptLst>
  <dgm:cxnLst>
    <dgm:cxn modelId="{CCF6450B-8209-43D9-9788-0B633AB2805F}" type="presOf" srcId="{AA6A5D10-E32E-40E4-9712-7B1A109621A2}" destId="{56DD395B-0636-493D-841C-3F10640CA354}" srcOrd="0" destOrd="0" presId="urn:microsoft.com/office/officeart/2005/8/layout/vList2"/>
    <dgm:cxn modelId="{E92A910D-EDE2-45C9-B186-E463650DFDBB}" srcId="{03F065AC-7754-44A2-A809-11C230BA2D43}" destId="{BB645606-59D5-40FB-ACB2-23D837CA01D7}" srcOrd="1" destOrd="0" parTransId="{61B0C915-8346-445C-BFDE-9FBB696C2E8D}" sibTransId="{14E6E7B6-A7EA-43A0-BDD0-F491839A5EEE}"/>
    <dgm:cxn modelId="{7E42FC19-1123-442F-A18E-AE2E63CB70E3}" srcId="{B2DB88CE-F947-445F-A0D3-772AFA924A24}" destId="{9D91165D-51C5-41F3-B26A-C3F312DA1524}" srcOrd="1" destOrd="0" parTransId="{084E400B-C15C-4959-8658-6EE01419D3E4}" sibTransId="{3D02B7FB-AEB0-4D87-A761-4827B55531BE}"/>
    <dgm:cxn modelId="{B2BB2C2A-5108-4505-B0C0-53D83F88E1AA}" type="presOf" srcId="{B2DB88CE-F947-445F-A0D3-772AFA924A24}" destId="{1737588D-187D-4E0A-9E4F-AB12A829B7C8}" srcOrd="0" destOrd="0" presId="urn:microsoft.com/office/officeart/2005/8/layout/vList2"/>
    <dgm:cxn modelId="{205F2E2F-4A42-4AB7-88EE-7F31E8F48863}" type="presOf" srcId="{BB645606-59D5-40FB-ACB2-23D837CA01D7}" destId="{56DD395B-0636-493D-841C-3F10640CA354}" srcOrd="0" destOrd="1" presId="urn:microsoft.com/office/officeart/2005/8/layout/vList2"/>
    <dgm:cxn modelId="{815ECA3A-E12A-41AC-93DD-03D975C06544}" type="presOf" srcId="{AFDEEA77-D514-43D8-AF73-C8978DE04E79}" destId="{956432D7-326A-492E-942E-4F6018FDBA8D}" srcOrd="0" destOrd="2" presId="urn:microsoft.com/office/officeart/2005/8/layout/vList2"/>
    <dgm:cxn modelId="{391CB26B-5446-43AE-8969-2C8B3292EDEC}" srcId="{EDA93302-0D56-43D7-B180-C16D7110EF84}" destId="{03F065AC-7754-44A2-A809-11C230BA2D43}" srcOrd="1" destOrd="0" parTransId="{615F335F-B413-4F39-8E57-89F07861CB5F}" sibTransId="{BFBAB0AF-EE87-4347-BAEB-FD52DC2F699B}"/>
    <dgm:cxn modelId="{45055C54-E085-4F74-9239-A1AF13967F84}" srcId="{03F065AC-7754-44A2-A809-11C230BA2D43}" destId="{AA6A5D10-E32E-40E4-9712-7B1A109621A2}" srcOrd="0" destOrd="0" parTransId="{862CEFF8-C118-4675-8B3D-F9071A844003}" sibTransId="{92A1565A-43E3-46AA-A1FD-7E4AB12813B7}"/>
    <dgm:cxn modelId="{7FC56654-D613-4DB4-80D6-E60581BB771C}" srcId="{EDA93302-0D56-43D7-B180-C16D7110EF84}" destId="{B2DB88CE-F947-445F-A0D3-772AFA924A24}" srcOrd="0" destOrd="0" parTransId="{4F1DCF16-625D-49A2-A82B-35F085F23321}" sibTransId="{C62399CB-CF66-4B13-977A-516E4E0816A4}"/>
    <dgm:cxn modelId="{E8A02783-E36F-4BF8-998D-3937FD68F713}" type="presOf" srcId="{EDA93302-0D56-43D7-B180-C16D7110EF84}" destId="{E10D7556-65B5-4762-8A11-058D900A22CD}" srcOrd="0" destOrd="0" presId="urn:microsoft.com/office/officeart/2005/8/layout/vList2"/>
    <dgm:cxn modelId="{DDC09E89-3271-4130-8198-BC94A8BFFBFE}" srcId="{B2DB88CE-F947-445F-A0D3-772AFA924A24}" destId="{AFDEEA77-D514-43D8-AF73-C8978DE04E79}" srcOrd="2" destOrd="0" parTransId="{92425558-1B30-4BFE-9C43-42E8F37652AC}" sibTransId="{5BB8196C-42C9-4B8D-BB0B-F6581FC3FCA3}"/>
    <dgm:cxn modelId="{1BB726BE-1AA8-4751-9586-AB4597583E9B}" srcId="{B2DB88CE-F947-445F-A0D3-772AFA924A24}" destId="{E9CC1209-2509-422E-835E-C5543EB5D625}" srcOrd="0" destOrd="0" parTransId="{91882C32-A99A-4876-B560-2F454A5ABF30}" sibTransId="{59D1D56C-CC35-4162-A1E5-B673E8C604A1}"/>
    <dgm:cxn modelId="{8CAD24CD-C26F-4682-9494-BBD151F08C96}" srcId="{03F065AC-7754-44A2-A809-11C230BA2D43}" destId="{227F70CA-9519-4A25-92F2-05E0E84ED486}" srcOrd="2" destOrd="0" parTransId="{197E5A3B-1C89-4E45-AF10-8470A5A109A2}" sibTransId="{23B3DDD0-C654-46E1-982F-D7E27084B350}"/>
    <dgm:cxn modelId="{9C37A0D9-714C-4555-9F41-1FC6595F00C9}" type="presOf" srcId="{9D91165D-51C5-41F3-B26A-C3F312DA1524}" destId="{956432D7-326A-492E-942E-4F6018FDBA8D}" srcOrd="0" destOrd="1" presId="urn:microsoft.com/office/officeart/2005/8/layout/vList2"/>
    <dgm:cxn modelId="{FA90E5D9-9D11-46DC-827B-F460EEC100F1}" type="presOf" srcId="{E9CC1209-2509-422E-835E-C5543EB5D625}" destId="{956432D7-326A-492E-942E-4F6018FDBA8D}" srcOrd="0" destOrd="0" presId="urn:microsoft.com/office/officeart/2005/8/layout/vList2"/>
    <dgm:cxn modelId="{645473E2-A30C-4E65-9E39-C032A99CB856}" type="presOf" srcId="{03F065AC-7754-44A2-A809-11C230BA2D43}" destId="{3FD8F997-88A3-4ADA-A3ED-101D7FEF1900}" srcOrd="0" destOrd="0" presId="urn:microsoft.com/office/officeart/2005/8/layout/vList2"/>
    <dgm:cxn modelId="{81B169ED-D340-4274-BF6C-C64C14F0D2CE}" type="presOf" srcId="{227F70CA-9519-4A25-92F2-05E0E84ED486}" destId="{56DD395B-0636-493D-841C-3F10640CA354}" srcOrd="0" destOrd="2" presId="urn:microsoft.com/office/officeart/2005/8/layout/vList2"/>
    <dgm:cxn modelId="{032BB8A4-E5C1-48BF-ADD7-D934D12EEFBA}" type="presParOf" srcId="{E10D7556-65B5-4762-8A11-058D900A22CD}" destId="{1737588D-187D-4E0A-9E4F-AB12A829B7C8}" srcOrd="0" destOrd="0" presId="urn:microsoft.com/office/officeart/2005/8/layout/vList2"/>
    <dgm:cxn modelId="{3E606C3B-3045-404D-971C-5A00B39B5A34}" type="presParOf" srcId="{E10D7556-65B5-4762-8A11-058D900A22CD}" destId="{956432D7-326A-492E-942E-4F6018FDBA8D}" srcOrd="1" destOrd="0" presId="urn:microsoft.com/office/officeart/2005/8/layout/vList2"/>
    <dgm:cxn modelId="{B227D58A-56E6-401C-95B8-AE87A165E609}" type="presParOf" srcId="{E10D7556-65B5-4762-8A11-058D900A22CD}" destId="{3FD8F997-88A3-4ADA-A3ED-101D7FEF1900}" srcOrd="2" destOrd="0" presId="urn:microsoft.com/office/officeart/2005/8/layout/vList2"/>
    <dgm:cxn modelId="{D74855CB-0F3B-417C-BF88-04868D62DF03}" type="presParOf" srcId="{E10D7556-65B5-4762-8A11-058D900A22CD}" destId="{56DD395B-0636-493D-841C-3F10640CA354}"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4362"/>
          <a:ext cx="5651500" cy="0"/>
        </a:xfrm>
        <a:prstGeom prst="line">
          <a:avLst/>
        </a:prstGeom>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87614" y="2023805"/>
          <a:ext cx="1274898"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Tier 0</a:t>
          </a:r>
        </a:p>
      </dsp:txBody>
      <dsp:txXfrm>
        <a:off x="87614" y="2023805"/>
        <a:ext cx="1274898" cy="425865"/>
      </dsp:txXfrm>
    </dsp:sp>
    <dsp:sp modelId="{BA29120C-7C6B-4F62-9079-4AD528BC0744}">
      <dsp:nvSpPr>
        <dsp:cNvPr id="0" name=""/>
        <dsp:cNvSpPr/>
      </dsp:nvSpPr>
      <dsp:spPr>
        <a:xfrm>
          <a:off x="689" y="525737"/>
          <a:ext cx="1448748"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latin typeface="+mn-lt"/>
            </a:rPr>
            <a:t>0-4 hours</a:t>
          </a:r>
        </a:p>
      </dsp:txBody>
      <dsp:txXfrm>
        <a:off x="32057" y="557105"/>
        <a:ext cx="1386012" cy="579831"/>
      </dsp:txXfrm>
    </dsp:sp>
    <dsp:sp modelId="{A95DB80B-444A-4D69-B205-3A801BB8524A}">
      <dsp:nvSpPr>
        <dsp:cNvPr id="0" name=""/>
        <dsp:cNvSpPr/>
      </dsp:nvSpPr>
      <dsp:spPr>
        <a:xfrm>
          <a:off x="725064"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927889" y="1319053"/>
          <a:ext cx="1274898"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Tier 1</a:t>
          </a:r>
        </a:p>
      </dsp:txBody>
      <dsp:txXfrm>
        <a:off x="927889" y="1319053"/>
        <a:ext cx="1274898" cy="425865"/>
      </dsp:txXfrm>
    </dsp:sp>
    <dsp:sp modelId="{FA19A0AA-8B0B-4AA8-A80D-08CFFDD3F112}">
      <dsp:nvSpPr>
        <dsp:cNvPr id="0" name=""/>
        <dsp:cNvSpPr/>
      </dsp:nvSpPr>
      <dsp:spPr>
        <a:xfrm>
          <a:off x="696798"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840964" y="2600420"/>
          <a:ext cx="1448748"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latin typeface="+mn-lt"/>
            </a:rPr>
            <a:t>0-4 hours</a:t>
          </a:r>
        </a:p>
      </dsp:txBody>
      <dsp:txXfrm>
        <a:off x="872332" y="2631788"/>
        <a:ext cx="1386012" cy="579831"/>
      </dsp:txXfrm>
    </dsp:sp>
    <dsp:sp modelId="{DBD74D6B-057A-432C-9067-BF618C19EB2A}">
      <dsp:nvSpPr>
        <dsp:cNvPr id="0" name=""/>
        <dsp:cNvSpPr/>
      </dsp:nvSpPr>
      <dsp:spPr>
        <a:xfrm>
          <a:off x="1565338"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1768163" y="2023805"/>
          <a:ext cx="1274898"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Tier 2</a:t>
          </a:r>
        </a:p>
      </dsp:txBody>
      <dsp:txXfrm>
        <a:off x="1768163" y="2023805"/>
        <a:ext cx="1274898" cy="425865"/>
      </dsp:txXfrm>
    </dsp:sp>
    <dsp:sp modelId="{0F979253-FD39-4920-BFCA-78C564B167EA}">
      <dsp:nvSpPr>
        <dsp:cNvPr id="0" name=""/>
        <dsp:cNvSpPr/>
      </dsp:nvSpPr>
      <dsp:spPr>
        <a:xfrm>
          <a:off x="1537073"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1681238" y="525737"/>
          <a:ext cx="1448748"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rtl="0">
            <a:lnSpc>
              <a:spcPct val="90000"/>
            </a:lnSpc>
            <a:spcBef>
              <a:spcPct val="0"/>
            </a:spcBef>
            <a:spcAft>
              <a:spcPct val="35000"/>
            </a:spcAft>
            <a:buNone/>
          </a:pPr>
          <a:r>
            <a:rPr lang="en-US" sz="1800" b="0" i="0" kern="1200" dirty="0">
              <a:latin typeface="Aptos"/>
            </a:rPr>
            <a:t>4-12 hours</a:t>
          </a:r>
          <a:endParaRPr lang="en-US" sz="1800" b="0" i="0" kern="1200" dirty="0"/>
        </a:p>
      </dsp:txBody>
      <dsp:txXfrm>
        <a:off x="1712606" y="557105"/>
        <a:ext cx="1386012" cy="579831"/>
      </dsp:txXfrm>
    </dsp:sp>
    <dsp:sp modelId="{DCAE8A46-752C-4E82-84CE-E790E1F2918E}">
      <dsp:nvSpPr>
        <dsp:cNvPr id="0" name=""/>
        <dsp:cNvSpPr/>
      </dsp:nvSpPr>
      <dsp:spPr>
        <a:xfrm>
          <a:off x="2405612"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2608437" y="1319053"/>
          <a:ext cx="1274898"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Tier 3</a:t>
          </a:r>
        </a:p>
      </dsp:txBody>
      <dsp:txXfrm>
        <a:off x="2608437" y="1319053"/>
        <a:ext cx="1274898" cy="425865"/>
      </dsp:txXfrm>
    </dsp:sp>
    <dsp:sp modelId="{B6459BF8-D2C3-4018-9C28-98667DC203F4}">
      <dsp:nvSpPr>
        <dsp:cNvPr id="0" name=""/>
        <dsp:cNvSpPr/>
      </dsp:nvSpPr>
      <dsp:spPr>
        <a:xfrm>
          <a:off x="2377347"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2521512" y="2600420"/>
          <a:ext cx="1448748"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en-US" sz="1600" b="0" i="0" kern="1200" dirty="0">
              <a:latin typeface="Aptos"/>
            </a:rPr>
            <a:t>12-24 hours</a:t>
          </a:r>
          <a:endParaRPr lang="en-US" sz="1600" b="0" i="0" kern="1200" dirty="0"/>
        </a:p>
      </dsp:txBody>
      <dsp:txXfrm>
        <a:off x="2552880" y="2631788"/>
        <a:ext cx="1386012" cy="579831"/>
      </dsp:txXfrm>
    </dsp:sp>
    <dsp:sp modelId="{086FB9B1-82B2-4197-8B33-6E7FF94F8D2E}">
      <dsp:nvSpPr>
        <dsp:cNvPr id="0" name=""/>
        <dsp:cNvSpPr/>
      </dsp:nvSpPr>
      <dsp:spPr>
        <a:xfrm>
          <a:off x="3245887"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DDB9961-893B-4437-B52A-AD4E29D0A582}">
      <dsp:nvSpPr>
        <dsp:cNvPr id="0" name=""/>
        <dsp:cNvSpPr/>
      </dsp:nvSpPr>
      <dsp:spPr>
        <a:xfrm>
          <a:off x="3448711" y="2023805"/>
          <a:ext cx="1274898"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977900">
            <a:lnSpc>
              <a:spcPct val="90000"/>
            </a:lnSpc>
            <a:spcBef>
              <a:spcPct val="0"/>
            </a:spcBef>
            <a:spcAft>
              <a:spcPct val="35000"/>
            </a:spcAft>
            <a:buNone/>
            <a:defRPr b="1"/>
          </a:pPr>
          <a:r>
            <a:rPr lang="en-US" sz="2200" b="0" i="0" kern="1200" dirty="0">
              <a:latin typeface="Aptos"/>
            </a:rPr>
            <a:t>Tier 4</a:t>
          </a:r>
        </a:p>
      </dsp:txBody>
      <dsp:txXfrm>
        <a:off x="3448711" y="2023805"/>
        <a:ext cx="1274898" cy="425865"/>
      </dsp:txXfrm>
    </dsp:sp>
    <dsp:sp modelId="{3F359E8B-7C7E-4FD9-B106-36CCBFC731D5}">
      <dsp:nvSpPr>
        <dsp:cNvPr id="0" name=""/>
        <dsp:cNvSpPr/>
      </dsp:nvSpPr>
      <dsp:spPr>
        <a:xfrm>
          <a:off x="3217621"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AC8827-037F-429B-AF21-0457D303D603}">
      <dsp:nvSpPr>
        <dsp:cNvPr id="0" name=""/>
        <dsp:cNvSpPr/>
      </dsp:nvSpPr>
      <dsp:spPr>
        <a:xfrm>
          <a:off x="3361787" y="525737"/>
          <a:ext cx="1448748"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en-US" sz="1600" b="0" kern="1200" dirty="0">
              <a:latin typeface="Aptos"/>
            </a:rPr>
            <a:t>24-48 hours</a:t>
          </a:r>
          <a:endParaRPr lang="en-US" sz="1600" b="0" kern="1200" dirty="0"/>
        </a:p>
      </dsp:txBody>
      <dsp:txXfrm>
        <a:off x="3393155" y="557105"/>
        <a:ext cx="1386012" cy="579831"/>
      </dsp:txXfrm>
    </dsp:sp>
    <dsp:sp modelId="{C9F19682-59BE-40DF-92D0-D9F9CB881048}">
      <dsp:nvSpPr>
        <dsp:cNvPr id="0" name=""/>
        <dsp:cNvSpPr/>
      </dsp:nvSpPr>
      <dsp:spPr>
        <a:xfrm>
          <a:off x="4086161"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510C7E1-1B70-443F-865D-CC100401D9D2}">
      <dsp:nvSpPr>
        <dsp:cNvPr id="0" name=""/>
        <dsp:cNvSpPr/>
      </dsp:nvSpPr>
      <dsp:spPr>
        <a:xfrm>
          <a:off x="4288986" y="1319053"/>
          <a:ext cx="1274898"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44550">
            <a:lnSpc>
              <a:spcPct val="90000"/>
            </a:lnSpc>
            <a:spcBef>
              <a:spcPct val="0"/>
            </a:spcBef>
            <a:spcAft>
              <a:spcPct val="35000"/>
            </a:spcAft>
            <a:buNone/>
            <a:defRPr b="1"/>
          </a:pPr>
          <a:r>
            <a:rPr lang="en-US" sz="1900" b="0" kern="1200" dirty="0">
              <a:latin typeface="Aptos"/>
            </a:rPr>
            <a:t>Tier 5</a:t>
          </a:r>
        </a:p>
      </dsp:txBody>
      <dsp:txXfrm>
        <a:off x="4288986" y="1319053"/>
        <a:ext cx="1274898" cy="425865"/>
      </dsp:txXfrm>
    </dsp:sp>
    <dsp:sp modelId="{2F6EFC9B-FFED-4683-A144-33D5C064B7B4}">
      <dsp:nvSpPr>
        <dsp:cNvPr id="0" name=""/>
        <dsp:cNvSpPr/>
      </dsp:nvSpPr>
      <dsp:spPr>
        <a:xfrm>
          <a:off x="4057896"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E69B6-9BE2-4BFA-A04C-C079FC47629E}">
      <dsp:nvSpPr>
        <dsp:cNvPr id="0" name=""/>
        <dsp:cNvSpPr/>
      </dsp:nvSpPr>
      <dsp:spPr>
        <a:xfrm>
          <a:off x="4202061" y="2600420"/>
          <a:ext cx="1448748"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rtl="0">
            <a:lnSpc>
              <a:spcPct val="90000"/>
            </a:lnSpc>
            <a:spcBef>
              <a:spcPct val="0"/>
            </a:spcBef>
            <a:spcAft>
              <a:spcPct val="35000"/>
            </a:spcAft>
            <a:buNone/>
          </a:pPr>
          <a:r>
            <a:rPr lang="en-US" sz="1600" b="0" kern="1200" dirty="0"/>
            <a:t>48+ </a:t>
          </a:r>
          <a:r>
            <a:rPr lang="en-US" sz="1600" b="0" kern="1200" dirty="0">
              <a:latin typeface="Aptos"/>
            </a:rPr>
            <a:t>hours</a:t>
          </a:r>
        </a:p>
      </dsp:txBody>
      <dsp:txXfrm>
        <a:off x="4233429" y="2631788"/>
        <a:ext cx="1386012" cy="579831"/>
      </dsp:txXfrm>
    </dsp:sp>
    <dsp:sp modelId="{AC858C26-9B8C-47F3-81AD-139D33624E54}">
      <dsp:nvSpPr>
        <dsp:cNvPr id="0" name=""/>
        <dsp:cNvSpPr/>
      </dsp:nvSpPr>
      <dsp:spPr>
        <a:xfrm>
          <a:off x="4926435"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A8E68FC-B195-4938-858E-968435189857}">
      <dsp:nvSpPr>
        <dsp:cNvPr id="0" name=""/>
        <dsp:cNvSpPr/>
      </dsp:nvSpPr>
      <dsp:spPr>
        <a:xfrm>
          <a:off x="4898170"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37588D-187D-4E0A-9E4F-AB12A829B7C8}">
      <dsp:nvSpPr>
        <dsp:cNvPr id="0" name=""/>
        <dsp:cNvSpPr/>
      </dsp:nvSpPr>
      <dsp:spPr>
        <a:xfrm>
          <a:off x="0" y="29879"/>
          <a:ext cx="6592823" cy="786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Tier 0 (Critical Infrastructure):</a:t>
          </a:r>
        </a:p>
      </dsp:txBody>
      <dsp:txXfrm>
        <a:off x="38381" y="68260"/>
        <a:ext cx="6516061" cy="709478"/>
      </dsp:txXfrm>
    </dsp:sp>
    <dsp:sp modelId="{956432D7-326A-492E-942E-4F6018FDBA8D}">
      <dsp:nvSpPr>
        <dsp:cNvPr id="0" name=""/>
        <dsp:cNvSpPr/>
      </dsp:nvSpPr>
      <dsp:spPr>
        <a:xfrm>
          <a:off x="0" y="816119"/>
          <a:ext cx="6592823" cy="1424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322" tIns="40640" rIns="227584" bIns="40640" numCol="1" spcCol="1270" anchor="t" anchorCtr="0">
          <a:noAutofit/>
        </a:bodyPr>
        <a:lstStyle/>
        <a:p>
          <a:pPr marL="228600" lvl="1" indent="-228600" algn="l" defTabSz="1111250">
            <a:lnSpc>
              <a:spcPct val="100000"/>
            </a:lnSpc>
            <a:spcBef>
              <a:spcPct val="0"/>
            </a:spcBef>
            <a:spcAft>
              <a:spcPct val="20000"/>
            </a:spcAft>
            <a:buChar char="•"/>
          </a:pPr>
          <a:r>
            <a:rPr lang="en-US" sz="2500" kern="1200"/>
            <a:t>Active Directory (login failures)</a:t>
          </a:r>
        </a:p>
        <a:p>
          <a:pPr marL="228600" lvl="1" indent="-228600" algn="l" defTabSz="1111250">
            <a:lnSpc>
              <a:spcPct val="100000"/>
            </a:lnSpc>
            <a:spcBef>
              <a:spcPct val="0"/>
            </a:spcBef>
            <a:spcAft>
              <a:spcPct val="20000"/>
            </a:spcAft>
            <a:buChar char="•"/>
          </a:pPr>
          <a:r>
            <a:rPr lang="en-US" sz="2500" kern="1200"/>
            <a:t>DNS services disrupted</a:t>
          </a:r>
        </a:p>
        <a:p>
          <a:pPr marL="228600" lvl="1" indent="-228600" algn="l" defTabSz="1111250">
            <a:lnSpc>
              <a:spcPct val="100000"/>
            </a:lnSpc>
            <a:spcBef>
              <a:spcPct val="0"/>
            </a:spcBef>
            <a:spcAft>
              <a:spcPct val="20000"/>
            </a:spcAft>
            <a:buChar char="•"/>
          </a:pPr>
          <a:r>
            <a:rPr lang="en-US" sz="2500" kern="1200" dirty="0"/>
            <a:t>Network firewall under attack</a:t>
          </a:r>
        </a:p>
      </dsp:txBody>
      <dsp:txXfrm>
        <a:off x="0" y="816119"/>
        <a:ext cx="6592823" cy="1424160"/>
      </dsp:txXfrm>
    </dsp:sp>
    <dsp:sp modelId="{3FD8F997-88A3-4ADA-A3ED-101D7FEF1900}">
      <dsp:nvSpPr>
        <dsp:cNvPr id="0" name=""/>
        <dsp:cNvSpPr/>
      </dsp:nvSpPr>
      <dsp:spPr>
        <a:xfrm>
          <a:off x="0" y="2240280"/>
          <a:ext cx="6592823" cy="786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Tier 1 (Business Systems):</a:t>
          </a:r>
        </a:p>
      </dsp:txBody>
      <dsp:txXfrm>
        <a:off x="38381" y="2278661"/>
        <a:ext cx="6516061" cy="709478"/>
      </dsp:txXfrm>
    </dsp:sp>
    <dsp:sp modelId="{56DD395B-0636-493D-841C-3F10640CA354}">
      <dsp:nvSpPr>
        <dsp:cNvPr id="0" name=""/>
        <dsp:cNvSpPr/>
      </dsp:nvSpPr>
      <dsp:spPr>
        <a:xfrm>
          <a:off x="0" y="3026519"/>
          <a:ext cx="6592823" cy="1424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322" tIns="40640" rIns="227584" bIns="40640" numCol="1" spcCol="1270" anchor="t" anchorCtr="0">
          <a:noAutofit/>
        </a:bodyPr>
        <a:lstStyle/>
        <a:p>
          <a:pPr marL="228600" lvl="1" indent="-228600" algn="l" defTabSz="1111250">
            <a:lnSpc>
              <a:spcPct val="100000"/>
            </a:lnSpc>
            <a:spcBef>
              <a:spcPct val="0"/>
            </a:spcBef>
            <a:spcAft>
              <a:spcPct val="20000"/>
            </a:spcAft>
            <a:buChar char="•"/>
          </a:pPr>
          <a:r>
            <a:rPr lang="en-US" sz="2500" kern="1200"/>
            <a:t>E-commerce platform down</a:t>
          </a:r>
        </a:p>
        <a:p>
          <a:pPr marL="228600" lvl="1" indent="-228600" algn="l" defTabSz="1111250">
            <a:lnSpc>
              <a:spcPct val="100000"/>
            </a:lnSpc>
            <a:spcBef>
              <a:spcPct val="0"/>
            </a:spcBef>
            <a:spcAft>
              <a:spcPct val="20000"/>
            </a:spcAft>
            <a:buChar char="•"/>
          </a:pPr>
          <a:r>
            <a:rPr lang="en-US" sz="2500" kern="1200"/>
            <a:t>Customer support unavailable</a:t>
          </a:r>
        </a:p>
        <a:p>
          <a:pPr marL="228600" lvl="1" indent="-228600" algn="l" defTabSz="1111250">
            <a:lnSpc>
              <a:spcPct val="100000"/>
            </a:lnSpc>
            <a:spcBef>
              <a:spcPct val="0"/>
            </a:spcBef>
            <a:spcAft>
              <a:spcPct val="20000"/>
            </a:spcAft>
            <a:buChar char="•"/>
          </a:pPr>
          <a:r>
            <a:rPr lang="en-US" sz="2500" kern="1200"/>
            <a:t>Payment processing offline</a:t>
          </a:r>
        </a:p>
      </dsp:txBody>
      <dsp:txXfrm>
        <a:off x="0" y="3026519"/>
        <a:ext cx="6592823" cy="1424160"/>
      </dsp:txXfrm>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4/8/2026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4/8/2026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dirty="0"/>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dirty="0"/>
              <a:t>Click to edit Master title style</a:t>
            </a:r>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841248"/>
            <a:ext cx="10479024" cy="557784"/>
          </a:xfrm>
        </p:spPr>
        <p:txBody>
          <a:bodyPr/>
          <a:lstStyle/>
          <a:p>
            <a:r>
              <a:rPr lang="en-US"/>
              <a:t>IS1445 – Business Continuity &amp; Disaster Recovery</a:t>
            </a:r>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36192"/>
            <a:ext cx="10479215" cy="4480560"/>
          </a:xfrm>
        </p:spPr>
        <p:txBody>
          <a:bodyPr vert="horz" lIns="0" tIns="0" rIns="0" bIns="0" rtlCol="0" anchor="t">
            <a:noAutofit/>
          </a:bodyPr>
          <a:lstStyle/>
          <a:p>
            <a:r>
              <a:rPr lang="en-US" dirty="0"/>
              <a:t>IT Disaster Recovery </a:t>
            </a:r>
            <a:r>
              <a:rPr lang="en-US"/>
              <a:t>Tabletop Exercise</a:t>
            </a:r>
          </a:p>
          <a:p>
            <a:endParaRPr lang="en-US" dirty="0"/>
          </a:p>
        </p:txBody>
      </p:sp>
      <p:sp>
        <p:nvSpPr>
          <p:cNvPr id="4" name="TextBox 3">
            <a:extLst>
              <a:ext uri="{FF2B5EF4-FFF2-40B4-BE49-F238E27FC236}">
                <a16:creationId xmlns:a16="http://schemas.microsoft.com/office/drawing/2014/main" id="{AF8B811A-5420-3BD5-5F53-88E9DFB17936}"/>
              </a:ext>
            </a:extLst>
          </p:cNvPr>
          <p:cNvSpPr txBox="1"/>
          <p:nvPr/>
        </p:nvSpPr>
        <p:spPr>
          <a:xfrm>
            <a:off x="10442769" y="6486306"/>
            <a:ext cx="17562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FFFFF"/>
                </a:solidFill>
              </a:rPr>
              <a:t>By: Shi Hao Guo</a:t>
            </a:r>
          </a:p>
        </p:txBody>
      </p:sp>
      <p:sp>
        <p:nvSpPr>
          <p:cNvPr id="5" name="TextBox 4">
            <a:extLst>
              <a:ext uri="{FF2B5EF4-FFF2-40B4-BE49-F238E27FC236}">
                <a16:creationId xmlns:a16="http://schemas.microsoft.com/office/drawing/2014/main" id="{0C28301B-8D9F-36E8-0287-C9C861D57FAE}"/>
              </a:ext>
            </a:extLst>
          </p:cNvPr>
          <p:cNvSpPr txBox="1"/>
          <p:nvPr/>
        </p:nvSpPr>
        <p:spPr>
          <a:xfrm>
            <a:off x="835269" y="3593448"/>
            <a:ext cx="39429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ea typeface="+mn-lt"/>
                <a:cs typeface="+mn-lt"/>
              </a:rPr>
              <a:t>Cyberattack &amp; Ransomware Scenario</a:t>
            </a:r>
            <a:endParaRPr lang="en-US">
              <a:ea typeface="+mn-lt"/>
              <a:cs typeface="+mn-lt"/>
            </a:endParaRPr>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0E76F-4275-1835-B6AF-1A20FAD0C97E}"/>
              </a:ext>
            </a:extLst>
          </p:cNvPr>
          <p:cNvSpPr>
            <a:spLocks noGrp="1"/>
          </p:cNvSpPr>
          <p:nvPr>
            <p:ph type="title"/>
          </p:nvPr>
        </p:nvSpPr>
        <p:spPr/>
        <p:txBody>
          <a:bodyPr/>
          <a:lstStyle/>
          <a:p>
            <a:r>
              <a:rPr lang="en-US">
                <a:ea typeface="+mj-lt"/>
                <a:cs typeface="+mj-lt"/>
              </a:rPr>
              <a:t>Exercise Purpose</a:t>
            </a:r>
            <a:endParaRPr lang="en-US"/>
          </a:p>
        </p:txBody>
      </p:sp>
      <p:sp>
        <p:nvSpPr>
          <p:cNvPr id="3" name="Content Placeholder 2">
            <a:extLst>
              <a:ext uri="{FF2B5EF4-FFF2-40B4-BE49-F238E27FC236}">
                <a16:creationId xmlns:a16="http://schemas.microsoft.com/office/drawing/2014/main" id="{C3BC7374-CE45-4420-8452-16D6AD8D9291}"/>
              </a:ext>
            </a:extLst>
          </p:cNvPr>
          <p:cNvSpPr>
            <a:spLocks noGrp="1"/>
          </p:cNvSpPr>
          <p:nvPr>
            <p:ph sz="quarter" idx="13"/>
          </p:nvPr>
        </p:nvSpPr>
        <p:spPr>
          <a:xfrm>
            <a:off x="841248" y="1536827"/>
            <a:ext cx="6672072" cy="4479925"/>
          </a:xfrm>
        </p:spPr>
        <p:txBody>
          <a:bodyPr vert="horz" lIns="0" tIns="0" rIns="0" bIns="0" rtlCol="0" anchor="t">
            <a:normAutofit/>
          </a:bodyPr>
          <a:lstStyle/>
          <a:p>
            <a:pPr marL="347345" indent="-347345"/>
            <a:r>
              <a:rPr lang="en-US">
                <a:ea typeface="+mn-lt"/>
                <a:cs typeface="+mn-lt"/>
              </a:rPr>
              <a:t>Evaluate IT disaster recovery readiness</a:t>
            </a:r>
            <a:endParaRPr lang="en-US"/>
          </a:p>
          <a:p>
            <a:pPr marL="347345" indent="-347345"/>
            <a:r>
              <a:rPr lang="en-US">
                <a:ea typeface="+mn-lt"/>
                <a:cs typeface="+mn-lt"/>
              </a:rPr>
              <a:t>Test response and decision-making under pressure</a:t>
            </a:r>
            <a:endParaRPr lang="en-US"/>
          </a:p>
          <a:p>
            <a:pPr marL="347345" indent="-347345"/>
            <a:r>
              <a:rPr lang="en-US">
                <a:ea typeface="+mn-lt"/>
                <a:cs typeface="+mn-lt"/>
              </a:rPr>
              <a:t>Find</a:t>
            </a:r>
            <a:r>
              <a:rPr lang="en-US" dirty="0">
                <a:ea typeface="+mn-lt"/>
                <a:cs typeface="+mn-lt"/>
              </a:rPr>
              <a:t> weaknesses and gaps in recovery plans</a:t>
            </a:r>
            <a:endParaRPr lang="en-US" dirty="0"/>
          </a:p>
          <a:p>
            <a:pPr marL="347345" indent="-347345"/>
            <a:r>
              <a:rPr lang="en-US">
                <a:ea typeface="+mn-lt"/>
                <a:cs typeface="+mn-lt"/>
              </a:rPr>
              <a:t>Improve communication across teams</a:t>
            </a:r>
            <a:endParaRPr lang="en-US"/>
          </a:p>
          <a:p>
            <a:pPr marL="347345" indent="-347345"/>
            <a:r>
              <a:rPr lang="en-US">
                <a:ea typeface="+mn-lt"/>
                <a:cs typeface="+mn-lt"/>
              </a:rPr>
              <a:t>Strengthen overall business resilience</a:t>
            </a:r>
            <a:endParaRPr lang="en-US"/>
          </a:p>
        </p:txBody>
      </p:sp>
      <p:sp>
        <p:nvSpPr>
          <p:cNvPr id="6" name="Slide Number Placeholder 5">
            <a:extLst>
              <a:ext uri="{FF2B5EF4-FFF2-40B4-BE49-F238E27FC236}">
                <a16:creationId xmlns:a16="http://schemas.microsoft.com/office/drawing/2014/main" id="{28C38883-6419-E116-1226-FFD533D65B94}"/>
              </a:ext>
            </a:extLst>
          </p:cNvPr>
          <p:cNvSpPr>
            <a:spLocks noGrp="1"/>
          </p:cNvSpPr>
          <p:nvPr>
            <p:ph type="sldNum" sz="quarter" idx="11"/>
          </p:nvPr>
        </p:nvSpPr>
        <p:spPr/>
        <p:txBody>
          <a:bodyPr/>
          <a:lstStyle/>
          <a:p>
            <a:fld id="{B67B645E-C5E5-4727-B977-D372A0AA71D9}" type="slidenum">
              <a:rPr lang="en-US" smtClean="0"/>
              <a:pPr/>
              <a:t>2</a:t>
            </a:fld>
            <a:endParaRPr lang="en-US" dirty="0"/>
          </a:p>
        </p:txBody>
      </p:sp>
    </p:spTree>
    <p:extLst>
      <p:ext uri="{BB962C8B-B14F-4D97-AF65-F5344CB8AC3E}">
        <p14:creationId xmlns:p14="http://schemas.microsoft.com/office/powerpoint/2010/main" val="2524485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D1FD-9CC8-4CB0-8247-CFAB90695FE8}"/>
              </a:ext>
            </a:extLst>
          </p:cNvPr>
          <p:cNvSpPr>
            <a:spLocks noGrp="1"/>
          </p:cNvSpPr>
          <p:nvPr>
            <p:ph type="title"/>
          </p:nvPr>
        </p:nvSpPr>
        <p:spPr>
          <a:xfrm>
            <a:off x="841248" y="841248"/>
            <a:ext cx="10479024" cy="557784"/>
          </a:xfrm>
        </p:spPr>
        <p:txBody>
          <a:bodyPr/>
          <a:lstStyle/>
          <a:p>
            <a:r>
              <a:rPr lang="en-US">
                <a:ea typeface="+mj-lt"/>
                <a:cs typeface="+mj-lt"/>
              </a:rPr>
              <a:t>Recovery Time Objective (RTO)</a:t>
            </a:r>
            <a:endParaRPr lang="en-US"/>
          </a:p>
        </p:txBody>
      </p:sp>
      <p:sp>
        <p:nvSpPr>
          <p:cNvPr id="5" name="Content Placeholder 4">
            <a:extLst>
              <a:ext uri="{FF2B5EF4-FFF2-40B4-BE49-F238E27FC236}">
                <a16:creationId xmlns:a16="http://schemas.microsoft.com/office/drawing/2014/main" id="{CCAD0987-D595-9D33-A24C-ED016A62A8BD}"/>
              </a:ext>
            </a:extLst>
          </p:cNvPr>
          <p:cNvSpPr>
            <a:spLocks noGrp="1"/>
          </p:cNvSpPr>
          <p:nvPr>
            <p:ph sz="quarter" idx="13"/>
          </p:nvPr>
        </p:nvSpPr>
        <p:spPr>
          <a:xfrm>
            <a:off x="841248" y="1536827"/>
            <a:ext cx="5023381" cy="4479925"/>
          </a:xfrm>
        </p:spPr>
        <p:txBody>
          <a:bodyPr vert="horz" lIns="0" tIns="0" rIns="0" bIns="0" rtlCol="0" anchor="t">
            <a:normAutofit/>
          </a:bodyPr>
          <a:lstStyle/>
          <a:p>
            <a:pPr marL="347345" indent="-347345"/>
            <a:r>
              <a:rPr lang="en-US">
                <a:ea typeface="+mn-lt"/>
                <a:cs typeface="+mn-lt"/>
              </a:rPr>
              <a:t>Tier 0: 0–4 hours (Core infrastructure – AD, DNS, network)</a:t>
            </a:r>
            <a:endParaRPr lang="en-US"/>
          </a:p>
          <a:p>
            <a:pPr marL="347345" indent="-347345"/>
            <a:r>
              <a:rPr lang="en-US">
                <a:ea typeface="+mn-lt"/>
                <a:cs typeface="+mn-lt"/>
              </a:rPr>
              <a:t>Tier 1: 0–4 hours (Customer-facing and revenue systems)</a:t>
            </a:r>
            <a:endParaRPr lang="en-US"/>
          </a:p>
          <a:p>
            <a:pPr marL="347345" indent="-347345"/>
            <a:r>
              <a:rPr lang="en-US">
                <a:ea typeface="+mn-lt"/>
                <a:cs typeface="+mn-lt"/>
              </a:rPr>
              <a:t>Tier 2: 4–12 hours (Critical internal systems)</a:t>
            </a:r>
            <a:endParaRPr lang="en-US"/>
          </a:p>
          <a:p>
            <a:pPr marL="347345" indent="-347345"/>
            <a:r>
              <a:rPr lang="en-US">
                <a:ea typeface="+mn-lt"/>
                <a:cs typeface="+mn-lt"/>
              </a:rPr>
              <a:t>Tier 3: 12–24 hours (Business support systems)</a:t>
            </a:r>
            <a:endParaRPr lang="en-US" dirty="0"/>
          </a:p>
          <a:p>
            <a:pPr marL="347345" indent="-347345"/>
            <a:r>
              <a:rPr lang="en-US">
                <a:ea typeface="+mn-lt"/>
                <a:cs typeface="+mn-lt"/>
              </a:rPr>
              <a:t>Tier 4: 24–48 hours (Non-critical operations)</a:t>
            </a:r>
            <a:endParaRPr lang="en-US" dirty="0"/>
          </a:p>
          <a:p>
            <a:pPr marL="347345" indent="-347345"/>
            <a:r>
              <a:rPr lang="en-US">
                <a:ea typeface="+mn-lt"/>
                <a:cs typeface="+mn-lt"/>
              </a:rPr>
              <a:t>Tier 5: 48+ hours (Low priority systems)</a:t>
            </a:r>
            <a:endParaRPr lang="en-US" dirty="0"/>
          </a:p>
          <a:p>
            <a:endParaRPr lang="en-US" dirty="0"/>
          </a:p>
        </p:txBody>
      </p:sp>
      <p:sp>
        <p:nvSpPr>
          <p:cNvPr id="13" name="Text Placeholder 12">
            <a:extLst>
              <a:ext uri="{FF2B5EF4-FFF2-40B4-BE49-F238E27FC236}">
                <a16:creationId xmlns:a16="http://schemas.microsoft.com/office/drawing/2014/main" id="{630775B9-3753-DF33-4334-9918E70D89CA}"/>
              </a:ext>
            </a:extLst>
          </p:cNvPr>
          <p:cNvSpPr>
            <a:spLocks noGrp="1"/>
          </p:cNvSpPr>
          <p:nvPr>
            <p:ph type="body" sz="quarter" idx="15"/>
          </p:nvPr>
        </p:nvSpPr>
        <p:spPr>
          <a:xfrm>
            <a:off x="6079928" y="1536826"/>
            <a:ext cx="5650992" cy="557784"/>
          </a:xfrm>
        </p:spPr>
        <p:txBody>
          <a:bodyPr vert="horz" lIns="0" tIns="0" rIns="0" bIns="0" rtlCol="0" anchor="t">
            <a:noAutofit/>
          </a:bodyPr>
          <a:lstStyle/>
          <a:p>
            <a:r>
              <a:rPr lang="en-US"/>
              <a:t>Visual Graph</a:t>
            </a:r>
          </a:p>
          <a:p>
            <a:endParaRPr lang="en-US" dirty="0"/>
          </a:p>
        </p:txBody>
      </p:sp>
      <p:graphicFrame>
        <p:nvGraphicFramePr>
          <p:cNvPr id="7" name="Content Placeholder 6" descr="A timeline of the product launch">
            <a:extLst>
              <a:ext uri="{FF2B5EF4-FFF2-40B4-BE49-F238E27FC236}">
                <a16:creationId xmlns:a16="http://schemas.microsoft.com/office/drawing/2014/main" id="{7C6232C6-2D10-0E10-D9E1-9A3759D68BAF}"/>
              </a:ext>
            </a:extLst>
          </p:cNvPr>
          <p:cNvGraphicFramePr>
            <a:graphicFrameLocks noGrp="1"/>
          </p:cNvGraphicFramePr>
          <p:nvPr>
            <p:ph sz="quarter" idx="14"/>
            <p:extLst>
              <p:ext uri="{D42A27DB-BD31-4B8C-83A1-F6EECF244321}">
                <p14:modId xmlns:p14="http://schemas.microsoft.com/office/powerpoint/2010/main" val="3224840883"/>
              </p:ext>
            </p:extLst>
          </p:nvPr>
        </p:nvGraphicFramePr>
        <p:xfrm>
          <a:off x="6079548" y="2239241"/>
          <a:ext cx="5651500" cy="3768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FE7814C5-5D60-0866-7B45-798BC7C8D1CB}"/>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3</a:t>
            </a:fld>
            <a:endParaRPr lang="en-US" dirty="0"/>
          </a:p>
        </p:txBody>
      </p:sp>
    </p:spTree>
    <p:extLst>
      <p:ext uri="{BB962C8B-B14F-4D97-AF65-F5344CB8AC3E}">
        <p14:creationId xmlns:p14="http://schemas.microsoft.com/office/powerpoint/2010/main" val="89773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C6F63-EF7D-AD3E-074E-8D43E404A76B}"/>
              </a:ext>
            </a:extLst>
          </p:cNvPr>
          <p:cNvSpPr>
            <a:spLocks noGrp="1"/>
          </p:cNvSpPr>
          <p:nvPr>
            <p:ph type="title"/>
          </p:nvPr>
        </p:nvSpPr>
        <p:spPr/>
        <p:txBody>
          <a:bodyPr/>
          <a:lstStyle/>
          <a:p>
            <a:r>
              <a:rPr lang="en-US">
                <a:ea typeface="+mj-lt"/>
                <a:cs typeface="+mj-lt"/>
              </a:rPr>
              <a:t>Scenario Overview &amp; Expectations</a:t>
            </a:r>
            <a:endParaRPr lang="en-US"/>
          </a:p>
        </p:txBody>
      </p:sp>
      <p:sp>
        <p:nvSpPr>
          <p:cNvPr id="3" name="Content Placeholder 2">
            <a:extLst>
              <a:ext uri="{FF2B5EF4-FFF2-40B4-BE49-F238E27FC236}">
                <a16:creationId xmlns:a16="http://schemas.microsoft.com/office/drawing/2014/main" id="{36442C51-6422-2F74-98F8-84D69F1FFB4E}"/>
              </a:ext>
            </a:extLst>
          </p:cNvPr>
          <p:cNvSpPr>
            <a:spLocks noGrp="1"/>
          </p:cNvSpPr>
          <p:nvPr>
            <p:ph sz="quarter" idx="13"/>
          </p:nvPr>
        </p:nvSpPr>
        <p:spPr>
          <a:xfrm>
            <a:off x="841248" y="1536827"/>
            <a:ext cx="7649732" cy="4479925"/>
          </a:xfrm>
        </p:spPr>
        <p:txBody>
          <a:bodyPr vert="horz" lIns="0" tIns="0" rIns="0" bIns="0" rtlCol="0" anchor="t">
            <a:normAutofit/>
          </a:bodyPr>
          <a:lstStyle/>
          <a:p>
            <a:pPr marL="347345" indent="-347345"/>
            <a:r>
              <a:rPr lang="en-US">
                <a:ea typeface="+mn-lt"/>
                <a:cs typeface="+mn-lt"/>
              </a:rPr>
              <a:t>Simulated ransomware cyberattack scenario</a:t>
            </a:r>
            <a:endParaRPr lang="en-US"/>
          </a:p>
          <a:p>
            <a:pPr marL="347345" indent="-347345"/>
            <a:r>
              <a:rPr lang="en-US">
                <a:ea typeface="+mn-lt"/>
                <a:cs typeface="+mn-lt"/>
              </a:rPr>
              <a:t>Participants act as decision-makers</a:t>
            </a:r>
            <a:endParaRPr lang="en-US"/>
          </a:p>
          <a:p>
            <a:pPr marL="347345" indent="-347345"/>
            <a:r>
              <a:rPr lang="en-US">
                <a:ea typeface="+mn-lt"/>
                <a:cs typeface="+mn-lt"/>
              </a:rPr>
              <a:t>Information will be incomplete and evolve over time</a:t>
            </a:r>
            <a:endParaRPr lang="en-US"/>
          </a:p>
          <a:p>
            <a:pPr marL="347345" indent="-347345"/>
            <a:r>
              <a:rPr lang="en-US">
                <a:ea typeface="+mn-lt"/>
                <a:cs typeface="+mn-lt"/>
              </a:rPr>
              <a:t>Focus on response, recovery, and business impact</a:t>
            </a:r>
            <a:endParaRPr lang="en-US"/>
          </a:p>
          <a:p>
            <a:pPr marL="347345" indent="-347345"/>
            <a:r>
              <a:rPr lang="en-US">
                <a:ea typeface="+mn-lt"/>
                <a:cs typeface="+mn-lt"/>
              </a:rPr>
              <a:t>No real system changes — discussion only</a:t>
            </a:r>
            <a:endParaRPr lang="en-US"/>
          </a:p>
        </p:txBody>
      </p:sp>
      <p:sp>
        <p:nvSpPr>
          <p:cNvPr id="6" name="Slide Number Placeholder 5">
            <a:extLst>
              <a:ext uri="{FF2B5EF4-FFF2-40B4-BE49-F238E27FC236}">
                <a16:creationId xmlns:a16="http://schemas.microsoft.com/office/drawing/2014/main" id="{00E57F65-D1B2-ADF0-C473-27E0F9BEDE6F}"/>
              </a:ext>
            </a:extLst>
          </p:cNvPr>
          <p:cNvSpPr>
            <a:spLocks noGrp="1"/>
          </p:cNvSpPr>
          <p:nvPr>
            <p:ph type="sldNum" sz="quarter" idx="11"/>
          </p:nvPr>
        </p:nvSpPr>
        <p:spPr/>
        <p:txBody>
          <a:bodyPr/>
          <a:lstStyle/>
          <a:p>
            <a:fld id="{B67B645E-C5E5-4727-B977-D372A0AA71D9}" type="slidenum">
              <a:rPr lang="en-US" smtClean="0"/>
              <a:pPr/>
              <a:t>4</a:t>
            </a:fld>
            <a:endParaRPr lang="en-US" dirty="0"/>
          </a:p>
        </p:txBody>
      </p:sp>
    </p:spTree>
    <p:extLst>
      <p:ext uri="{BB962C8B-B14F-4D97-AF65-F5344CB8AC3E}">
        <p14:creationId xmlns:p14="http://schemas.microsoft.com/office/powerpoint/2010/main" val="30809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3C5E-195D-09BC-6C32-7E49D7EDC7DA}"/>
              </a:ext>
            </a:extLst>
          </p:cNvPr>
          <p:cNvSpPr>
            <a:spLocks noGrp="1"/>
          </p:cNvSpPr>
          <p:nvPr>
            <p:ph type="title"/>
          </p:nvPr>
        </p:nvSpPr>
        <p:spPr/>
        <p:txBody>
          <a:bodyPr/>
          <a:lstStyle/>
          <a:p>
            <a:r>
              <a:rPr lang="en-US">
                <a:ea typeface="+mj-lt"/>
                <a:cs typeface="+mj-lt"/>
              </a:rPr>
              <a:t>Technology Recovery Teams</a:t>
            </a:r>
            <a:endParaRPr lang="en-US"/>
          </a:p>
        </p:txBody>
      </p:sp>
      <p:sp>
        <p:nvSpPr>
          <p:cNvPr id="3" name="Content Placeholder 2">
            <a:extLst>
              <a:ext uri="{FF2B5EF4-FFF2-40B4-BE49-F238E27FC236}">
                <a16:creationId xmlns:a16="http://schemas.microsoft.com/office/drawing/2014/main" id="{D997099F-9C4F-D377-BABA-FCA8259E86B1}"/>
              </a:ext>
            </a:extLst>
          </p:cNvPr>
          <p:cNvSpPr>
            <a:spLocks noGrp="1"/>
          </p:cNvSpPr>
          <p:nvPr>
            <p:ph sz="quarter" idx="13"/>
          </p:nvPr>
        </p:nvSpPr>
        <p:spPr>
          <a:xfrm>
            <a:off x="841248" y="1536827"/>
            <a:ext cx="8152939" cy="4479925"/>
          </a:xfrm>
        </p:spPr>
        <p:txBody>
          <a:bodyPr vert="horz" lIns="0" tIns="0" rIns="0" bIns="0" rtlCol="0" anchor="t">
            <a:normAutofit/>
          </a:bodyPr>
          <a:lstStyle/>
          <a:p>
            <a:r>
              <a:rPr lang="en-US">
                <a:ea typeface="+mn-lt"/>
                <a:cs typeface="+mn-lt"/>
              </a:rPr>
              <a:t>IT Infrastructure Team (servers, networks)</a:t>
            </a:r>
            <a:endParaRPr lang="en-US"/>
          </a:p>
          <a:p>
            <a:r>
              <a:rPr lang="en-US">
                <a:ea typeface="+mn-lt"/>
                <a:cs typeface="+mn-lt"/>
              </a:rPr>
              <a:t>Cybersecurity Team (threat detection &amp; containment)</a:t>
            </a:r>
            <a:endParaRPr lang="en-US"/>
          </a:p>
          <a:p>
            <a:r>
              <a:rPr lang="en-US">
                <a:ea typeface="+mn-lt"/>
                <a:cs typeface="+mn-lt"/>
              </a:rPr>
              <a:t>Application Team (business systems recovery)</a:t>
            </a:r>
            <a:endParaRPr lang="en-US"/>
          </a:p>
          <a:p>
            <a:r>
              <a:rPr lang="en-US">
                <a:ea typeface="+mn-lt"/>
                <a:cs typeface="+mn-lt"/>
              </a:rPr>
              <a:t>Business Operations Team (customer impact &amp; communication)</a:t>
            </a:r>
            <a:endParaRPr lang="en-US"/>
          </a:p>
        </p:txBody>
      </p:sp>
      <p:sp>
        <p:nvSpPr>
          <p:cNvPr id="5" name="Slide Number Placeholder 4">
            <a:extLst>
              <a:ext uri="{FF2B5EF4-FFF2-40B4-BE49-F238E27FC236}">
                <a16:creationId xmlns:a16="http://schemas.microsoft.com/office/drawing/2014/main" id="{45F01178-0316-6B92-2525-DBF32BC995CD}"/>
              </a:ext>
            </a:extLst>
          </p:cNvPr>
          <p:cNvSpPr>
            <a:spLocks noGrp="1"/>
          </p:cNvSpPr>
          <p:nvPr>
            <p:ph type="sldNum" sz="quarter" idx="11"/>
          </p:nvPr>
        </p:nvSpPr>
        <p:spPr/>
        <p:txBody>
          <a:bodyPr/>
          <a:lstStyle/>
          <a:p>
            <a:fld id="{B67B645E-C5E5-4727-B977-D372A0AA71D9}" type="slidenum">
              <a:rPr lang="en-US" smtClean="0"/>
              <a:pPr/>
              <a:t>5</a:t>
            </a:fld>
            <a:endParaRPr lang="en-US" dirty="0"/>
          </a:p>
        </p:txBody>
      </p:sp>
    </p:spTree>
    <p:extLst>
      <p:ext uri="{BB962C8B-B14F-4D97-AF65-F5344CB8AC3E}">
        <p14:creationId xmlns:p14="http://schemas.microsoft.com/office/powerpoint/2010/main" val="1522972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B1F7-69D2-22BD-48D9-21B2F0CCA318}"/>
              </a:ext>
            </a:extLst>
          </p:cNvPr>
          <p:cNvSpPr>
            <a:spLocks noGrp="1"/>
          </p:cNvSpPr>
          <p:nvPr>
            <p:ph type="title"/>
          </p:nvPr>
        </p:nvSpPr>
        <p:spPr/>
        <p:txBody>
          <a:bodyPr/>
          <a:lstStyle/>
          <a:p>
            <a:r>
              <a:rPr lang="en-US"/>
              <a:t>Phase 1:</a:t>
            </a:r>
            <a:r>
              <a:rPr lang="en-US" b="0">
                <a:ea typeface="+mj-lt"/>
                <a:cs typeface="+mj-lt"/>
              </a:rPr>
              <a:t>Cyberattack Detected (Monday, 9:00 AM)</a:t>
            </a:r>
            <a:endParaRPr lang="en-US"/>
          </a:p>
        </p:txBody>
      </p:sp>
      <p:sp>
        <p:nvSpPr>
          <p:cNvPr id="3" name="Content Placeholder 2">
            <a:extLst>
              <a:ext uri="{FF2B5EF4-FFF2-40B4-BE49-F238E27FC236}">
                <a16:creationId xmlns:a16="http://schemas.microsoft.com/office/drawing/2014/main" id="{227BAA45-7757-B9A4-6234-69D96E739885}"/>
              </a:ext>
            </a:extLst>
          </p:cNvPr>
          <p:cNvSpPr>
            <a:spLocks noGrp="1"/>
          </p:cNvSpPr>
          <p:nvPr>
            <p:ph sz="quarter" idx="13"/>
          </p:nvPr>
        </p:nvSpPr>
        <p:spPr/>
        <p:txBody>
          <a:bodyPr vert="horz" lIns="0" tIns="0" rIns="0" bIns="0" rtlCol="0" anchor="t">
            <a:normAutofit/>
          </a:bodyPr>
          <a:lstStyle/>
          <a:p>
            <a:pPr marL="347345" indent="-347345"/>
            <a:r>
              <a:rPr lang="en-US">
                <a:ea typeface="+mn-lt"/>
                <a:cs typeface="+mn-lt"/>
              </a:rPr>
              <a:t>Unusual network activity detected</a:t>
            </a:r>
            <a:endParaRPr lang="en-US" dirty="0"/>
          </a:p>
          <a:p>
            <a:pPr marL="347345" indent="-347345"/>
            <a:r>
              <a:rPr lang="en-US">
                <a:ea typeface="+mn-lt"/>
                <a:cs typeface="+mn-lt"/>
              </a:rPr>
              <a:t>Employees locked out of accounts</a:t>
            </a:r>
            <a:endParaRPr lang="en-US"/>
          </a:p>
          <a:p>
            <a:pPr marL="347345" indent="-347345"/>
            <a:r>
              <a:rPr lang="en-US">
                <a:ea typeface="+mn-lt"/>
                <a:cs typeface="+mn-lt"/>
              </a:rPr>
              <a:t>Ransom note appears on multiple systems</a:t>
            </a:r>
            <a:endParaRPr lang="en-US"/>
          </a:p>
          <a:p>
            <a:pPr marL="347345" indent="-347345"/>
            <a:r>
              <a:rPr lang="en-US">
                <a:ea typeface="+mn-lt"/>
                <a:cs typeface="+mn-lt"/>
              </a:rPr>
              <a:t>Ransomware attack confirmed</a:t>
            </a:r>
            <a:endParaRPr lang="en-US"/>
          </a:p>
          <a:p>
            <a:pPr marL="347345" indent="-347345"/>
            <a:r>
              <a:rPr lang="en-US">
                <a:ea typeface="+mn-lt"/>
                <a:cs typeface="+mn-lt"/>
              </a:rPr>
              <a:t>IT disables external access</a:t>
            </a:r>
            <a:endParaRPr lang="en-US"/>
          </a:p>
          <a:p>
            <a:pPr marL="347345" indent="-347345"/>
            <a:endParaRPr lang="en-US" dirty="0"/>
          </a:p>
        </p:txBody>
      </p:sp>
      <p:sp>
        <p:nvSpPr>
          <p:cNvPr id="4" name="Slide Number Placeholder 3">
            <a:extLst>
              <a:ext uri="{FF2B5EF4-FFF2-40B4-BE49-F238E27FC236}">
                <a16:creationId xmlns:a16="http://schemas.microsoft.com/office/drawing/2014/main" id="{3B87817A-B9DD-D7A2-6597-B84491F0D888}"/>
              </a:ext>
            </a:extLst>
          </p:cNvPr>
          <p:cNvSpPr>
            <a:spLocks noGrp="1"/>
          </p:cNvSpPr>
          <p:nvPr>
            <p:ph type="sldNum" sz="quarter" idx="11"/>
          </p:nvPr>
        </p:nvSpPr>
        <p:spPr/>
        <p:txBody>
          <a:bodyPr/>
          <a:lstStyle/>
          <a:p>
            <a:fld id="{B67B645E-C5E5-4727-B977-D372A0AA71D9}" type="slidenum">
              <a:rPr lang="en-US" smtClean="0"/>
              <a:pPr/>
              <a:t>6</a:t>
            </a:fld>
            <a:endParaRPr lang="en-US" dirty="0"/>
          </a:p>
        </p:txBody>
      </p:sp>
    </p:spTree>
    <p:extLst>
      <p:ext uri="{BB962C8B-B14F-4D97-AF65-F5344CB8AC3E}">
        <p14:creationId xmlns:p14="http://schemas.microsoft.com/office/powerpoint/2010/main" val="1808478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CEF95-B3A6-1D06-FD92-2AF9B5F4853B}"/>
              </a:ext>
            </a:extLst>
          </p:cNvPr>
          <p:cNvSpPr>
            <a:spLocks noGrp="1"/>
          </p:cNvSpPr>
          <p:nvPr>
            <p:ph type="title"/>
          </p:nvPr>
        </p:nvSpPr>
        <p:spPr/>
        <p:txBody>
          <a:bodyPr/>
          <a:lstStyle/>
          <a:p>
            <a:r>
              <a:rPr lang="en-US"/>
              <a:t>Phase 2: </a:t>
            </a:r>
            <a:r>
              <a:rPr lang="en-US" b="0">
                <a:ea typeface="+mj-lt"/>
                <a:cs typeface="+mj-lt"/>
              </a:rPr>
              <a:t>System Outages Escalate (Monday, 1:00 PM)</a:t>
            </a:r>
            <a:endParaRPr lang="en-US" dirty="0"/>
          </a:p>
        </p:txBody>
      </p:sp>
      <p:sp>
        <p:nvSpPr>
          <p:cNvPr id="3" name="Content Placeholder 2">
            <a:extLst>
              <a:ext uri="{FF2B5EF4-FFF2-40B4-BE49-F238E27FC236}">
                <a16:creationId xmlns:a16="http://schemas.microsoft.com/office/drawing/2014/main" id="{CE820E42-976B-D920-C543-55AE527DCFC0}"/>
              </a:ext>
            </a:extLst>
          </p:cNvPr>
          <p:cNvSpPr>
            <a:spLocks noGrp="1"/>
          </p:cNvSpPr>
          <p:nvPr>
            <p:ph sz="quarter" idx="13"/>
          </p:nvPr>
        </p:nvSpPr>
        <p:spPr/>
        <p:txBody>
          <a:bodyPr vert="horz" lIns="0" tIns="0" rIns="0" bIns="0" rtlCol="0" anchor="t">
            <a:normAutofit/>
          </a:bodyPr>
          <a:lstStyle/>
          <a:p>
            <a:pPr marL="347345" indent="-347345"/>
            <a:r>
              <a:rPr lang="en-US">
                <a:ea typeface="+mn-lt"/>
                <a:cs typeface="+mn-lt"/>
              </a:rPr>
              <a:t>Critical systems go offline</a:t>
            </a:r>
          </a:p>
          <a:p>
            <a:pPr lvl="1" indent="-347345"/>
            <a:r>
              <a:rPr lang="en-US">
                <a:ea typeface="+mn-lt"/>
                <a:cs typeface="+mn-lt"/>
              </a:rPr>
              <a:t>Customer databases</a:t>
            </a:r>
            <a:endParaRPr lang="en-US" dirty="0">
              <a:ea typeface="+mn-lt"/>
              <a:cs typeface="+mn-lt"/>
            </a:endParaRPr>
          </a:p>
          <a:p>
            <a:pPr lvl="1" indent="-347345"/>
            <a:r>
              <a:rPr lang="en-US"/>
              <a:t>Order processing system</a:t>
            </a:r>
            <a:endParaRPr lang="en-US" dirty="0"/>
          </a:p>
          <a:p>
            <a:pPr lvl="1" indent="-347345"/>
            <a:r>
              <a:rPr lang="en-US"/>
              <a:t>Internal communication tools</a:t>
            </a:r>
            <a:endParaRPr lang="en-US" dirty="0"/>
          </a:p>
          <a:p>
            <a:pPr lvl="1" indent="-347345"/>
            <a:endParaRPr lang="en-US" dirty="0"/>
          </a:p>
          <a:p>
            <a:pPr marL="347345" indent="-347345"/>
            <a:r>
              <a:rPr lang="en-US" dirty="0"/>
              <a:t>File servers are </a:t>
            </a:r>
            <a:r>
              <a:rPr lang="en-US"/>
              <a:t>encrypted</a:t>
            </a:r>
            <a:endParaRPr lang="en-US" dirty="0"/>
          </a:p>
          <a:p>
            <a:pPr marL="347345" indent="-347345"/>
            <a:r>
              <a:rPr lang="en-US"/>
              <a:t>Backups may be compromised</a:t>
            </a:r>
            <a:endParaRPr lang="en-US" dirty="0"/>
          </a:p>
          <a:p>
            <a:pPr marL="347345" indent="-347345"/>
            <a:r>
              <a:rPr lang="en-US"/>
              <a:t>Customers cannot place orders</a:t>
            </a:r>
            <a:endParaRPr lang="en-US" dirty="0"/>
          </a:p>
        </p:txBody>
      </p:sp>
      <p:sp>
        <p:nvSpPr>
          <p:cNvPr id="4" name="Slide Number Placeholder 3">
            <a:extLst>
              <a:ext uri="{FF2B5EF4-FFF2-40B4-BE49-F238E27FC236}">
                <a16:creationId xmlns:a16="http://schemas.microsoft.com/office/drawing/2014/main" id="{9EDCCF4D-826E-CEC3-C03B-7AFBC7423894}"/>
              </a:ext>
            </a:extLst>
          </p:cNvPr>
          <p:cNvSpPr>
            <a:spLocks noGrp="1"/>
          </p:cNvSpPr>
          <p:nvPr>
            <p:ph type="sldNum" sz="quarter" idx="11"/>
          </p:nvPr>
        </p:nvSpPr>
        <p:spPr/>
        <p:txBody>
          <a:bodyPr/>
          <a:lstStyle/>
          <a:p>
            <a:fld id="{B67B645E-C5E5-4727-B977-D372A0AA71D9}" type="slidenum">
              <a:rPr lang="en-US" smtClean="0"/>
              <a:pPr/>
              <a:t>7</a:t>
            </a:fld>
            <a:endParaRPr lang="en-US" dirty="0"/>
          </a:p>
        </p:txBody>
      </p:sp>
    </p:spTree>
    <p:extLst>
      <p:ext uri="{BB962C8B-B14F-4D97-AF65-F5344CB8AC3E}">
        <p14:creationId xmlns:p14="http://schemas.microsoft.com/office/powerpoint/2010/main" val="3659150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C9E8F-C67A-F1E9-370D-41DC2DEF45DB}"/>
              </a:ext>
            </a:extLst>
          </p:cNvPr>
          <p:cNvSpPr>
            <a:spLocks noGrp="1"/>
          </p:cNvSpPr>
          <p:nvPr>
            <p:ph type="title"/>
          </p:nvPr>
        </p:nvSpPr>
        <p:spPr>
          <a:xfrm>
            <a:off x="841248" y="841248"/>
            <a:ext cx="10479024" cy="557784"/>
          </a:xfrm>
        </p:spPr>
        <p:txBody>
          <a:bodyPr anchor="t">
            <a:normAutofit/>
          </a:bodyPr>
          <a:lstStyle/>
          <a:p>
            <a:r>
              <a:rPr lang="en-US"/>
              <a:t>Critical Systems Affected</a:t>
            </a:r>
          </a:p>
        </p:txBody>
      </p:sp>
      <p:sp>
        <p:nvSpPr>
          <p:cNvPr id="4" name="Slide Number Placeholder 3">
            <a:extLst>
              <a:ext uri="{FF2B5EF4-FFF2-40B4-BE49-F238E27FC236}">
                <a16:creationId xmlns:a16="http://schemas.microsoft.com/office/drawing/2014/main" id="{70524211-816A-0808-11BA-B1AA5BA825A9}"/>
              </a:ext>
            </a:extLst>
          </p:cNvPr>
          <p:cNvSpPr>
            <a:spLocks noGrp="1"/>
          </p:cNvSpPr>
          <p:nvPr>
            <p:ph type="sldNum" sz="quarter" idx="11"/>
          </p:nvPr>
        </p:nvSpPr>
        <p:spPr>
          <a:xfrm>
            <a:off x="10917936" y="6385422"/>
            <a:ext cx="843264" cy="288000"/>
          </a:xfrm>
        </p:spPr>
        <p:txBody>
          <a:bodyPr anchor="ctr">
            <a:normAutofit/>
          </a:bodyPr>
          <a:lstStyle/>
          <a:p>
            <a:pPr>
              <a:spcAft>
                <a:spcPts val="600"/>
              </a:spcAft>
            </a:pPr>
            <a:fld id="{B67B645E-C5E5-4727-B977-D372A0AA71D9}" type="slidenum">
              <a:rPr lang="en-US" smtClean="0"/>
              <a:pPr>
                <a:spcAft>
                  <a:spcPts val="600"/>
                </a:spcAft>
              </a:pPr>
              <a:t>8</a:t>
            </a:fld>
            <a:endParaRPr lang="en-US"/>
          </a:p>
        </p:txBody>
      </p:sp>
      <p:graphicFrame>
        <p:nvGraphicFramePr>
          <p:cNvPr id="13" name="Content Placeholder 2">
            <a:extLst>
              <a:ext uri="{FF2B5EF4-FFF2-40B4-BE49-F238E27FC236}">
                <a16:creationId xmlns:a16="http://schemas.microsoft.com/office/drawing/2014/main" id="{67FBD9A3-B6FA-5208-B350-0254C0F74B0C}"/>
              </a:ext>
            </a:extLst>
          </p:cNvPr>
          <p:cNvGraphicFramePr>
            <a:graphicFrameLocks noGrp="1"/>
          </p:cNvGraphicFramePr>
          <p:nvPr>
            <p:ph sz="quarter" idx="14"/>
            <p:extLst>
              <p:ext uri="{D42A27DB-BD31-4B8C-83A1-F6EECF244321}">
                <p14:modId xmlns:p14="http://schemas.microsoft.com/office/powerpoint/2010/main" val="666878436"/>
              </p:ext>
            </p:extLst>
          </p:nvPr>
        </p:nvGraphicFramePr>
        <p:xfrm>
          <a:off x="837237" y="1576932"/>
          <a:ext cx="6592824" cy="4480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1088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E5B49-540B-3DB8-8CB3-03268B991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592A9-B150-996B-4C2B-4C61C30EB867}"/>
              </a:ext>
            </a:extLst>
          </p:cNvPr>
          <p:cNvSpPr>
            <a:spLocks noGrp="1"/>
          </p:cNvSpPr>
          <p:nvPr>
            <p:ph type="title"/>
          </p:nvPr>
        </p:nvSpPr>
        <p:spPr/>
        <p:txBody>
          <a:bodyPr/>
          <a:lstStyle/>
          <a:p>
            <a:r>
              <a:rPr lang="en-US"/>
              <a:t>Phase 3: </a:t>
            </a:r>
            <a:r>
              <a:rPr lang="en-US" b="0">
                <a:ea typeface="+mj-lt"/>
                <a:cs typeface="+mj-lt"/>
              </a:rPr>
              <a:t>24 Hours Later (Tuesday, 9:00 AM)</a:t>
            </a:r>
            <a:endParaRPr lang="en-US" dirty="0"/>
          </a:p>
        </p:txBody>
      </p:sp>
      <p:sp>
        <p:nvSpPr>
          <p:cNvPr id="3" name="Content Placeholder 2">
            <a:extLst>
              <a:ext uri="{FF2B5EF4-FFF2-40B4-BE49-F238E27FC236}">
                <a16:creationId xmlns:a16="http://schemas.microsoft.com/office/drawing/2014/main" id="{5D33229F-C5C5-F773-6770-D8FF5B7AD6B7}"/>
              </a:ext>
            </a:extLst>
          </p:cNvPr>
          <p:cNvSpPr>
            <a:spLocks noGrp="1"/>
          </p:cNvSpPr>
          <p:nvPr>
            <p:ph sz="quarter" idx="13"/>
          </p:nvPr>
        </p:nvSpPr>
        <p:spPr/>
        <p:txBody>
          <a:bodyPr vert="horz" lIns="0" tIns="0" rIns="0" bIns="0" rtlCol="0" anchor="t">
            <a:normAutofit/>
          </a:bodyPr>
          <a:lstStyle/>
          <a:p>
            <a:pPr marL="347345" indent="-347345"/>
            <a:r>
              <a:rPr lang="en-US">
                <a:ea typeface="+mn-lt"/>
                <a:cs typeface="+mn-lt"/>
              </a:rPr>
              <a:t>Ransomware spreads further</a:t>
            </a:r>
            <a:endParaRPr lang="en-US"/>
          </a:p>
          <a:p>
            <a:pPr marL="347345" indent="-347345"/>
            <a:r>
              <a:rPr lang="en-US">
                <a:ea typeface="+mn-lt"/>
                <a:cs typeface="+mn-lt"/>
              </a:rPr>
              <a:t>Partial backup corruption confirmed</a:t>
            </a:r>
            <a:endParaRPr lang="en-US"/>
          </a:p>
          <a:p>
            <a:pPr marL="347345" indent="-347345"/>
            <a:r>
              <a:rPr lang="en-US">
                <a:ea typeface="+mn-lt"/>
                <a:cs typeface="+mn-lt"/>
              </a:rPr>
              <a:t>Data</a:t>
            </a:r>
            <a:r>
              <a:rPr lang="en-US" dirty="0">
                <a:ea typeface="+mn-lt"/>
                <a:cs typeface="+mn-lt"/>
              </a:rPr>
              <a:t> breach detected</a:t>
            </a:r>
            <a:endParaRPr lang="en-US" dirty="0"/>
          </a:p>
          <a:p>
            <a:pPr marL="347345" indent="-347345"/>
            <a:r>
              <a:rPr lang="en-US">
                <a:ea typeface="+mn-lt"/>
                <a:cs typeface="+mn-lt"/>
              </a:rPr>
              <a:t>Legal and compliance teams involved</a:t>
            </a:r>
            <a:endParaRPr lang="en-US"/>
          </a:p>
          <a:p>
            <a:pPr marL="347345" indent="-347345"/>
            <a:r>
              <a:rPr lang="en-US">
                <a:ea typeface="+mn-lt"/>
                <a:cs typeface="+mn-lt"/>
              </a:rPr>
              <a:t>Media begins reporting incident</a:t>
            </a:r>
            <a:endParaRPr lang="en-US"/>
          </a:p>
        </p:txBody>
      </p:sp>
      <p:sp>
        <p:nvSpPr>
          <p:cNvPr id="4" name="Slide Number Placeholder 3">
            <a:extLst>
              <a:ext uri="{FF2B5EF4-FFF2-40B4-BE49-F238E27FC236}">
                <a16:creationId xmlns:a16="http://schemas.microsoft.com/office/drawing/2014/main" id="{1F459F9D-011B-1239-BFA0-2D95462FD71F}"/>
              </a:ext>
            </a:extLst>
          </p:cNvPr>
          <p:cNvSpPr>
            <a:spLocks noGrp="1"/>
          </p:cNvSpPr>
          <p:nvPr>
            <p:ph type="sldNum" sz="quarter" idx="11"/>
          </p:nvPr>
        </p:nvSpPr>
        <p:spPr/>
        <p:txBody>
          <a:bodyPr/>
          <a:lstStyle/>
          <a:p>
            <a:fld id="{B67B645E-C5E5-4727-B977-D372A0AA71D9}" type="slidenum">
              <a:rPr lang="en-US" smtClean="0"/>
              <a:pPr/>
              <a:t>9</a:t>
            </a:fld>
            <a:endParaRPr lang="en-US" dirty="0"/>
          </a:p>
        </p:txBody>
      </p:sp>
    </p:spTree>
    <p:extLst>
      <p:ext uri="{BB962C8B-B14F-4D97-AF65-F5344CB8AC3E}">
        <p14:creationId xmlns:p14="http://schemas.microsoft.com/office/powerpoint/2010/main" val="1324721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58FD2-F461-DB04-9FD6-1E0DC21EE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E9221-FAEA-7A19-40F4-F92B8D8DFBB0}"/>
              </a:ext>
            </a:extLst>
          </p:cNvPr>
          <p:cNvSpPr>
            <a:spLocks noGrp="1"/>
          </p:cNvSpPr>
          <p:nvPr>
            <p:ph type="title"/>
          </p:nvPr>
        </p:nvSpPr>
        <p:spPr/>
        <p:txBody>
          <a:bodyPr/>
          <a:lstStyle/>
          <a:p>
            <a:r>
              <a:rPr lang="en-US"/>
              <a:t>Phase 4: </a:t>
            </a:r>
            <a:r>
              <a:rPr lang="en-US" b="0">
                <a:ea typeface="+mj-lt"/>
                <a:cs typeface="+mj-lt"/>
              </a:rPr>
              <a:t>Recovery Efforts (Thursday, 10:00 AM)</a:t>
            </a:r>
            <a:endParaRPr lang="en-US" dirty="0" err="1"/>
          </a:p>
        </p:txBody>
      </p:sp>
      <p:sp>
        <p:nvSpPr>
          <p:cNvPr id="3" name="Content Placeholder 2">
            <a:extLst>
              <a:ext uri="{FF2B5EF4-FFF2-40B4-BE49-F238E27FC236}">
                <a16:creationId xmlns:a16="http://schemas.microsoft.com/office/drawing/2014/main" id="{AE561ACE-B506-453B-B1C1-FA134DD58561}"/>
              </a:ext>
            </a:extLst>
          </p:cNvPr>
          <p:cNvSpPr>
            <a:spLocks noGrp="1"/>
          </p:cNvSpPr>
          <p:nvPr>
            <p:ph sz="quarter" idx="13"/>
          </p:nvPr>
        </p:nvSpPr>
        <p:spPr/>
        <p:txBody>
          <a:bodyPr vert="horz" lIns="0" tIns="0" rIns="0" bIns="0" rtlCol="0" anchor="t">
            <a:normAutofit/>
          </a:bodyPr>
          <a:lstStyle/>
          <a:p>
            <a:pPr marL="347345" indent="-347345"/>
            <a:r>
              <a:rPr lang="en-US">
                <a:ea typeface="+mn-lt"/>
                <a:cs typeface="+mn-lt"/>
              </a:rPr>
              <a:t>Systems restored using clean backups</a:t>
            </a:r>
            <a:endParaRPr lang="en-US"/>
          </a:p>
          <a:p>
            <a:pPr marL="347345" indent="-347345"/>
            <a:r>
              <a:rPr lang="en-US">
                <a:ea typeface="+mn-lt"/>
                <a:cs typeface="+mn-lt"/>
              </a:rPr>
              <a:t>Limited operations resume</a:t>
            </a:r>
            <a:endParaRPr lang="en-US"/>
          </a:p>
          <a:p>
            <a:pPr marL="347345" indent="-347345"/>
            <a:r>
              <a:rPr lang="en-US">
                <a:ea typeface="+mn-lt"/>
                <a:cs typeface="+mn-lt"/>
              </a:rPr>
              <a:t>Security improvements implemented</a:t>
            </a:r>
            <a:endParaRPr lang="en-US"/>
          </a:p>
          <a:p>
            <a:pPr marL="347345" indent="-347345"/>
            <a:r>
              <a:rPr lang="en-US" dirty="0">
                <a:ea typeface="+mn-lt"/>
                <a:cs typeface="+mn-lt"/>
              </a:rPr>
              <a:t>External cybersecurity experts </a:t>
            </a:r>
            <a:r>
              <a:rPr lang="en-US">
                <a:ea typeface="+mn-lt"/>
                <a:cs typeface="+mn-lt"/>
              </a:rPr>
              <a:t>helping</a:t>
            </a:r>
            <a:endParaRPr lang="en-US" dirty="0"/>
          </a:p>
          <a:p>
            <a:pPr marL="347345" indent="-347345"/>
            <a:r>
              <a:rPr lang="en-US">
                <a:ea typeface="+mn-lt"/>
                <a:cs typeface="+mn-lt"/>
              </a:rPr>
              <a:t>Full recovery still in progress</a:t>
            </a:r>
            <a:endParaRPr lang="en-US"/>
          </a:p>
        </p:txBody>
      </p:sp>
      <p:sp>
        <p:nvSpPr>
          <p:cNvPr id="4" name="Slide Number Placeholder 3">
            <a:extLst>
              <a:ext uri="{FF2B5EF4-FFF2-40B4-BE49-F238E27FC236}">
                <a16:creationId xmlns:a16="http://schemas.microsoft.com/office/drawing/2014/main" id="{E3F0B551-C762-1143-DE11-BF7AC59FAABA}"/>
              </a:ext>
            </a:extLst>
          </p:cNvPr>
          <p:cNvSpPr>
            <a:spLocks noGrp="1"/>
          </p:cNvSpPr>
          <p:nvPr>
            <p:ph type="sldNum" sz="quarter" idx="11"/>
          </p:nvPr>
        </p:nvSpPr>
        <p:spPr/>
        <p:txBody>
          <a:bodyPr/>
          <a:lstStyle/>
          <a:p>
            <a:fld id="{B67B645E-C5E5-4727-B977-D372A0AA71D9}" type="slidenum">
              <a:rPr lang="en-US" smtClean="0"/>
              <a:pPr/>
              <a:t>10</a:t>
            </a:fld>
            <a:endParaRPr lang="en-US" dirty="0"/>
          </a:p>
        </p:txBody>
      </p:sp>
    </p:spTree>
    <p:extLst>
      <p:ext uri="{BB962C8B-B14F-4D97-AF65-F5344CB8AC3E}">
        <p14:creationId xmlns:p14="http://schemas.microsoft.com/office/powerpoint/2010/main" val="1242766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92A5-CA1D-684C-EF97-60F19B7DD1AD}"/>
              </a:ext>
            </a:extLst>
          </p:cNvPr>
          <p:cNvSpPr>
            <a:spLocks noGrp="1"/>
          </p:cNvSpPr>
          <p:nvPr>
            <p:ph type="title"/>
          </p:nvPr>
        </p:nvSpPr>
        <p:spPr/>
        <p:txBody>
          <a:bodyPr/>
          <a:lstStyle/>
          <a:p>
            <a:r>
              <a:rPr lang="en-US">
                <a:ea typeface="+mj-lt"/>
                <a:cs typeface="+mj-lt"/>
              </a:rPr>
              <a:t>Hotwash (Debrief)</a:t>
            </a:r>
            <a:endParaRPr lang="en-US"/>
          </a:p>
        </p:txBody>
      </p:sp>
      <p:sp>
        <p:nvSpPr>
          <p:cNvPr id="3" name="Content Placeholder 2">
            <a:extLst>
              <a:ext uri="{FF2B5EF4-FFF2-40B4-BE49-F238E27FC236}">
                <a16:creationId xmlns:a16="http://schemas.microsoft.com/office/drawing/2014/main" id="{671A45E9-13EE-9823-92B8-278C61F56FBD}"/>
              </a:ext>
            </a:extLst>
          </p:cNvPr>
          <p:cNvSpPr>
            <a:spLocks noGrp="1"/>
          </p:cNvSpPr>
          <p:nvPr>
            <p:ph sz="quarter" idx="13"/>
          </p:nvPr>
        </p:nvSpPr>
        <p:spPr/>
        <p:txBody>
          <a:bodyPr vert="horz" lIns="0" tIns="0" rIns="0" bIns="0" rtlCol="0" anchor="t">
            <a:normAutofit/>
          </a:bodyPr>
          <a:lstStyle/>
          <a:p>
            <a:pPr marL="347345" indent="-347345"/>
            <a:r>
              <a:rPr lang="en-US">
                <a:ea typeface="+mn-lt"/>
                <a:cs typeface="+mn-lt"/>
              </a:rPr>
              <a:t>What went well during the response?</a:t>
            </a:r>
            <a:endParaRPr lang="en-US"/>
          </a:p>
          <a:p>
            <a:pPr marL="347345" indent="-347345"/>
            <a:r>
              <a:rPr lang="en-US">
                <a:ea typeface="+mn-lt"/>
                <a:cs typeface="+mn-lt"/>
              </a:rPr>
              <a:t>What challenges or failures occurred?</a:t>
            </a:r>
            <a:endParaRPr lang="en-US"/>
          </a:p>
          <a:p>
            <a:pPr marL="347345" indent="-347345"/>
            <a:r>
              <a:rPr lang="en-US">
                <a:ea typeface="+mn-lt"/>
                <a:cs typeface="+mn-lt"/>
              </a:rPr>
              <a:t>What did we learn from this scenario?</a:t>
            </a:r>
            <a:endParaRPr lang="en-US"/>
          </a:p>
        </p:txBody>
      </p:sp>
      <p:sp>
        <p:nvSpPr>
          <p:cNvPr id="4" name="Slide Number Placeholder 3">
            <a:extLst>
              <a:ext uri="{FF2B5EF4-FFF2-40B4-BE49-F238E27FC236}">
                <a16:creationId xmlns:a16="http://schemas.microsoft.com/office/drawing/2014/main" id="{5ED1941C-C68A-A616-930C-301586709E1E}"/>
              </a:ext>
            </a:extLst>
          </p:cNvPr>
          <p:cNvSpPr>
            <a:spLocks noGrp="1"/>
          </p:cNvSpPr>
          <p:nvPr>
            <p:ph type="sldNum" sz="quarter" idx="11"/>
          </p:nvPr>
        </p:nvSpPr>
        <p:spPr/>
        <p:txBody>
          <a:bodyPr/>
          <a:lstStyle/>
          <a:p>
            <a:fld id="{B67B645E-C5E5-4727-B977-D372A0AA71D9}" type="slidenum">
              <a:rPr lang="en-US" smtClean="0"/>
              <a:pPr/>
              <a:t>11</a:t>
            </a:fld>
            <a:endParaRPr lang="en-US" dirty="0"/>
          </a:p>
        </p:txBody>
      </p:sp>
    </p:spTree>
    <p:extLst>
      <p:ext uri="{BB962C8B-B14F-4D97-AF65-F5344CB8AC3E}">
        <p14:creationId xmlns:p14="http://schemas.microsoft.com/office/powerpoint/2010/main" val="2232386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40861-51EA-4851-B65D-43FDC14C4BC7}"/>
              </a:ext>
            </a:extLst>
          </p:cNvPr>
          <p:cNvSpPr>
            <a:spLocks noGrp="1"/>
          </p:cNvSpPr>
          <p:nvPr>
            <p:ph type="title"/>
          </p:nvPr>
        </p:nvSpPr>
        <p:spPr/>
        <p:txBody>
          <a:bodyPr/>
          <a:lstStyle/>
          <a:p>
            <a:r>
              <a:rPr lang="en-US">
                <a:ea typeface="+mj-lt"/>
                <a:cs typeface="+mj-lt"/>
              </a:rPr>
              <a:t>Next Steps/Key Takeaways</a:t>
            </a:r>
            <a:endParaRPr lang="en-US"/>
          </a:p>
        </p:txBody>
      </p:sp>
      <p:sp>
        <p:nvSpPr>
          <p:cNvPr id="3" name="Content Placeholder 2">
            <a:extLst>
              <a:ext uri="{FF2B5EF4-FFF2-40B4-BE49-F238E27FC236}">
                <a16:creationId xmlns:a16="http://schemas.microsoft.com/office/drawing/2014/main" id="{D8717F6A-EE2C-0267-E186-D3F639884F3F}"/>
              </a:ext>
            </a:extLst>
          </p:cNvPr>
          <p:cNvSpPr>
            <a:spLocks noGrp="1"/>
          </p:cNvSpPr>
          <p:nvPr>
            <p:ph sz="quarter" idx="13"/>
          </p:nvPr>
        </p:nvSpPr>
        <p:spPr/>
        <p:txBody>
          <a:bodyPr vert="horz" lIns="0" tIns="0" rIns="0" bIns="0" rtlCol="0" anchor="t">
            <a:normAutofit/>
          </a:bodyPr>
          <a:lstStyle/>
          <a:p>
            <a:pPr marL="347345" indent="-347345"/>
            <a:r>
              <a:rPr lang="en-US">
                <a:ea typeface="+mn-lt"/>
                <a:cs typeface="+mn-lt"/>
              </a:rPr>
              <a:t>Find</a:t>
            </a:r>
            <a:r>
              <a:rPr lang="en-US" dirty="0">
                <a:ea typeface="+mn-lt"/>
                <a:cs typeface="+mn-lt"/>
              </a:rPr>
              <a:t> and assign action items</a:t>
            </a:r>
            <a:endParaRPr lang="en-US" dirty="0"/>
          </a:p>
          <a:p>
            <a:pPr marL="347345" indent="-347345"/>
            <a:r>
              <a:rPr lang="en-US">
                <a:ea typeface="+mn-lt"/>
                <a:cs typeface="+mn-lt"/>
              </a:rPr>
              <a:t>Improve disaster recovery plans</a:t>
            </a:r>
            <a:endParaRPr lang="en-US"/>
          </a:p>
          <a:p>
            <a:pPr marL="347345" indent="-347345"/>
            <a:r>
              <a:rPr lang="en-US">
                <a:ea typeface="+mn-lt"/>
                <a:cs typeface="+mn-lt"/>
              </a:rPr>
              <a:t>Address gaps discovered during exercise</a:t>
            </a:r>
            <a:endParaRPr lang="en-US"/>
          </a:p>
          <a:p>
            <a:pPr marL="347345" indent="-347345"/>
            <a:r>
              <a:rPr lang="en-US">
                <a:ea typeface="+mn-lt"/>
                <a:cs typeface="+mn-lt"/>
              </a:rPr>
              <a:t>Strengthen security and backup systems</a:t>
            </a:r>
            <a:endParaRPr lang="en-US"/>
          </a:p>
        </p:txBody>
      </p:sp>
      <p:sp>
        <p:nvSpPr>
          <p:cNvPr id="4" name="Slide Number Placeholder 3">
            <a:extLst>
              <a:ext uri="{FF2B5EF4-FFF2-40B4-BE49-F238E27FC236}">
                <a16:creationId xmlns:a16="http://schemas.microsoft.com/office/drawing/2014/main" id="{4551F887-BBCD-0993-F44B-0F6C934FEB2E}"/>
              </a:ext>
            </a:extLst>
          </p:cNvPr>
          <p:cNvSpPr>
            <a:spLocks noGrp="1"/>
          </p:cNvSpPr>
          <p:nvPr>
            <p:ph type="sldNum" sz="quarter" idx="11"/>
          </p:nvPr>
        </p:nvSpPr>
        <p:spPr/>
        <p:txBody>
          <a:bodyPr/>
          <a:lstStyle/>
          <a:p>
            <a:fld id="{B67B645E-C5E5-4727-B977-D372A0AA71D9}" type="slidenum">
              <a:rPr lang="en-US" smtClean="0"/>
              <a:pPr/>
              <a:t>12</a:t>
            </a:fld>
            <a:endParaRPr lang="en-US" dirty="0"/>
          </a:p>
        </p:txBody>
      </p:sp>
    </p:spTree>
    <p:extLst>
      <p:ext uri="{BB962C8B-B14F-4D97-AF65-F5344CB8AC3E}">
        <p14:creationId xmlns:p14="http://schemas.microsoft.com/office/powerpoint/2010/main" val="3895374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CC25EE42-B3D5-AD1E-48BE-54CEFF2E3D79}"/>
              </a:ext>
            </a:extLst>
          </p:cNvPr>
          <p:cNvSpPr>
            <a:spLocks noGrp="1"/>
          </p:cNvSpPr>
          <p:nvPr>
            <p:ph type="title"/>
          </p:nvPr>
        </p:nvSpPr>
        <p:spPr/>
        <p:txBody>
          <a:bodyPr/>
          <a:lstStyle/>
          <a:p>
            <a:r>
              <a:rPr lang="en-US"/>
              <a:t>Thank you</a:t>
            </a:r>
            <a:endParaRPr lang="en-US" dirty="0"/>
          </a:p>
        </p:txBody>
      </p:sp>
      <p:sp>
        <p:nvSpPr>
          <p:cNvPr id="15" name="Text Placeholder 14">
            <a:extLst>
              <a:ext uri="{FF2B5EF4-FFF2-40B4-BE49-F238E27FC236}">
                <a16:creationId xmlns:a16="http://schemas.microsoft.com/office/drawing/2014/main" id="{F4027D16-8477-9439-2912-A02011AD8AC6}"/>
              </a:ext>
            </a:extLst>
          </p:cNvPr>
          <p:cNvSpPr>
            <a:spLocks noGrp="1"/>
          </p:cNvSpPr>
          <p:nvPr>
            <p:ph type="body" sz="quarter" idx="11"/>
          </p:nvPr>
        </p:nvSpPr>
        <p:spPr>
          <a:xfrm>
            <a:off x="841375" y="3705309"/>
            <a:ext cx="10479088" cy="2587625"/>
          </a:xfrm>
        </p:spPr>
        <p:txBody>
          <a:bodyPr vert="horz" lIns="0" tIns="0" rIns="0" bIns="0" rtlCol="0" anchor="t">
            <a:noAutofit/>
          </a:bodyPr>
          <a:lstStyle/>
          <a:p>
            <a:r>
              <a:rPr lang="en-US"/>
              <a:t>SHI HAO GUO</a:t>
            </a:r>
            <a:br>
              <a:rPr lang="en-US" dirty="0"/>
            </a:br>
            <a:r>
              <a:rPr lang="en-US"/>
              <a:t>SHG182@PITT.EDU</a:t>
            </a:r>
          </a:p>
        </p:txBody>
      </p:sp>
    </p:spTree>
    <p:extLst>
      <p:ext uri="{BB962C8B-B14F-4D97-AF65-F5344CB8AC3E}">
        <p14:creationId xmlns:p14="http://schemas.microsoft.com/office/powerpoint/2010/main" val="198843706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6EB691-4DD5-4558-B7D1-3EA8CC81E2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55E72E99-0076-433E-AD3A-575A11FAB7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417</Words>
  <Application>Microsoft Office PowerPoint</Application>
  <PresentationFormat>Widescreen</PresentationFormat>
  <Paragraphs>108</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Custom</vt:lpstr>
      <vt:lpstr>IS1445 – Business Continuity &amp; Disaster Recovery</vt:lpstr>
      <vt:lpstr>Exercise Purpose</vt:lpstr>
      <vt:lpstr>Recovery Time Objective (RTO)</vt:lpstr>
      <vt:lpstr>Scenario Overview &amp; Expectations</vt:lpstr>
      <vt:lpstr>Technology Recovery Teams</vt:lpstr>
      <vt:lpstr>Phase 1:Cyberattack Detected (Monday, 9:00 AM)</vt:lpstr>
      <vt:lpstr>Phase 2: System Outages Escalate (Monday, 1:00 PM)</vt:lpstr>
      <vt:lpstr>Critical Systems Affected</vt:lpstr>
      <vt:lpstr>Phase 3: 24 Hours Later (Tuesday, 9:00 AM)</vt:lpstr>
      <vt:lpstr>Phase 4: Recovery Efforts (Thursday, 10:00 AM)</vt:lpstr>
      <vt:lpstr>Hotwash (Debrief)</vt:lpstr>
      <vt:lpstr>Next Steps/Key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430</cp:revision>
  <dcterms:created xsi:type="dcterms:W3CDTF">2026-04-02T14:57:27Z</dcterms:created>
  <dcterms:modified xsi:type="dcterms:W3CDTF">2026-04-08T19:18:19Z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